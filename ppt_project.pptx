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6"/>
  </p:notesMasterIdLst>
  <p:sldIdLst>
    <p:sldId id="256" r:id="rId2"/>
    <p:sldId id="257" r:id="rId3"/>
    <p:sldId id="258" r:id="rId4"/>
    <p:sldId id="259" r:id="rId5"/>
    <p:sldId id="260" r:id="rId6"/>
    <p:sldId id="263" r:id="rId7"/>
    <p:sldId id="264" r:id="rId8"/>
    <p:sldId id="269" r:id="rId9"/>
    <p:sldId id="268" r:id="rId10"/>
    <p:sldId id="266" r:id="rId11"/>
    <p:sldId id="270" r:id="rId12"/>
    <p:sldId id="272" r:id="rId13"/>
    <p:sldId id="274" r:id="rId14"/>
    <p:sldId id="267" r:id="rId15"/>
  </p:sldIdLst>
  <p:sldSz cx="18288000" cy="10287000"/>
  <p:notesSz cx="6858000" cy="9144000"/>
  <p:embeddedFontLst>
    <p:embeddedFont>
      <p:font typeface="Fira Sans" panose="020B0604020202020204" charset="0"/>
      <p:regular r:id="rId17"/>
      <p:bold r:id="rId18"/>
      <p:italic r:id="rId19"/>
      <p:boldItalic r:id="rId20"/>
    </p:embeddedFont>
    <p:embeddedFont>
      <p:font typeface="Fira Sans Medium" panose="020B0604020202020204" charset="0"/>
      <p:regular r:id="rId21"/>
      <p:bold r:id="rId22"/>
      <p:italic r:id="rId23"/>
      <p:boldItalic r:id="rId24"/>
    </p:embeddedFont>
    <p:embeddedFont>
      <p:font typeface="Assistant" panose="020B0604020202020204" charset="-79"/>
      <p:regular r:id="rId25"/>
      <p:bold r:id="rId26"/>
    </p:embeddedFont>
    <p:embeddedFont>
      <p:font typeface="Calibri"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298" y="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8547207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480297702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g1480297702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5585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 name="Google Shape;7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8777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9064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3048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050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2532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938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8" name="Google Shape;41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6995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490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179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6465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9564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3" name="Google Shape;63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0383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5869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Violet Yellow and Green Geometric Project Roadmap Presentation "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
          <p:cNvSpPr/>
          <p:nvPr/>
        </p:nvSpPr>
        <p:spPr>
          <a:xfrm>
            <a:off x="-3075206" y="-2259745"/>
            <a:ext cx="14864508" cy="14931136"/>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3"/>
          <p:cNvGrpSpPr/>
          <p:nvPr/>
        </p:nvGrpSpPr>
        <p:grpSpPr>
          <a:xfrm>
            <a:off x="1119321" y="6923675"/>
            <a:ext cx="497803" cy="500035"/>
            <a:chOff x="1813" y="0"/>
            <a:chExt cx="809173" cy="812800"/>
          </a:xfrm>
        </p:grpSpPr>
        <p:sp>
          <p:nvSpPr>
            <p:cNvPr id="12" name="Google Shape;12;p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3"/>
            <p:cNvSpPr txBox="1"/>
            <p:nvPr/>
          </p:nvSpPr>
          <p:spPr>
            <a:xfrm>
              <a:off x="76200" y="9525"/>
              <a:ext cx="660300" cy="727200"/>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4;p3"/>
          <p:cNvGrpSpPr/>
          <p:nvPr/>
        </p:nvGrpSpPr>
        <p:grpSpPr>
          <a:xfrm>
            <a:off x="1776546" y="6923675"/>
            <a:ext cx="497803" cy="500035"/>
            <a:chOff x="1813" y="0"/>
            <a:chExt cx="809173" cy="812800"/>
          </a:xfrm>
        </p:grpSpPr>
        <p:sp>
          <p:nvSpPr>
            <p:cNvPr id="15" name="Google Shape;15;p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p:nvPr/>
          </p:nvSpPr>
          <p:spPr>
            <a:xfrm>
              <a:off x="76200" y="9525"/>
              <a:ext cx="660300" cy="727200"/>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p3"/>
          <p:cNvGrpSpPr/>
          <p:nvPr/>
        </p:nvGrpSpPr>
        <p:grpSpPr>
          <a:xfrm>
            <a:off x="2438533" y="6923675"/>
            <a:ext cx="497803" cy="500035"/>
            <a:chOff x="1813" y="0"/>
            <a:chExt cx="809173" cy="812800"/>
          </a:xfrm>
        </p:grpSpPr>
        <p:sp>
          <p:nvSpPr>
            <p:cNvPr id="18" name="Google Shape;18;p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p:nvPr/>
          </p:nvSpPr>
          <p:spPr>
            <a:xfrm>
              <a:off x="76200" y="9525"/>
              <a:ext cx="660300" cy="727200"/>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 name="Google Shape;20;p3"/>
          <p:cNvSpPr txBox="1">
            <a:spLocks noGrp="1"/>
          </p:cNvSpPr>
          <p:nvPr>
            <p:ph type="ctrTitle"/>
          </p:nvPr>
        </p:nvSpPr>
        <p:spPr>
          <a:xfrm>
            <a:off x="1119325" y="434687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5925" y="804650"/>
            <a:ext cx="141045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7500"/>
              <a:buNone/>
              <a:defRPr sz="7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919825" y="3373600"/>
            <a:ext cx="82296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360"/>
              </a:spcBef>
              <a:spcAft>
                <a:spcPts val="0"/>
              </a:spcAft>
              <a:buClr>
                <a:schemeClr val="dk1"/>
              </a:buClr>
              <a:buSzPts val="2400"/>
              <a:buChar char="•"/>
              <a:defRPr sz="2400"/>
            </a:lvl1pPr>
            <a:lvl2pPr marL="914400" lvl="1" indent="-381000" algn="l">
              <a:spcBef>
                <a:spcPts val="360"/>
              </a:spcBef>
              <a:spcAft>
                <a:spcPts val="0"/>
              </a:spcAft>
              <a:buClr>
                <a:schemeClr val="dk1"/>
              </a:buClr>
              <a:buSzPts val="2400"/>
              <a:buChar char="–"/>
              <a:defRPr sz="2400"/>
            </a:lvl2pPr>
            <a:lvl3pPr marL="1371600" lvl="2" indent="-381000" algn="l">
              <a:spcBef>
                <a:spcPts val="36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sz="2400"/>
            </a:lvl4pPr>
            <a:lvl5pPr marL="2286000" lvl="4" indent="-381000" algn="l">
              <a:spcBef>
                <a:spcPts val="360"/>
              </a:spcBef>
              <a:spcAft>
                <a:spcPts val="0"/>
              </a:spcAft>
              <a:buClr>
                <a:schemeClr val="dk1"/>
              </a:buClr>
              <a:buSzPts val="2400"/>
              <a:buChar char="»"/>
              <a:defRPr sz="2400"/>
            </a:lvl5pPr>
            <a:lvl6pPr marL="2743200" lvl="5" indent="-381000" algn="l">
              <a:spcBef>
                <a:spcPts val="360"/>
              </a:spcBef>
              <a:spcAft>
                <a:spcPts val="0"/>
              </a:spcAft>
              <a:buClr>
                <a:schemeClr val="dk1"/>
              </a:buClr>
              <a:buSzPts val="2400"/>
              <a:buChar char="•"/>
              <a:defRPr sz="2400"/>
            </a:lvl6pPr>
            <a:lvl7pPr marL="3200400" lvl="6" indent="-381000" algn="l">
              <a:spcBef>
                <a:spcPts val="360"/>
              </a:spcBef>
              <a:spcAft>
                <a:spcPts val="0"/>
              </a:spcAft>
              <a:buClr>
                <a:schemeClr val="dk1"/>
              </a:buClr>
              <a:buSzPts val="2400"/>
              <a:buChar char="•"/>
              <a:defRPr sz="2400"/>
            </a:lvl7pPr>
            <a:lvl8pPr marL="3657600" lvl="7" indent="-381000" algn="l">
              <a:spcBef>
                <a:spcPts val="360"/>
              </a:spcBef>
              <a:spcAft>
                <a:spcPts val="0"/>
              </a:spcAft>
              <a:buClr>
                <a:schemeClr val="dk1"/>
              </a:buClr>
              <a:buSzPts val="2400"/>
              <a:buChar char="•"/>
              <a:defRPr sz="2400"/>
            </a:lvl8pPr>
            <a:lvl9pPr marL="4114800" lvl="8" indent="-381000" algn="l">
              <a:spcBef>
                <a:spcPts val="360"/>
              </a:spcBef>
              <a:spcAft>
                <a:spcPts val="0"/>
              </a:spcAft>
              <a:buClr>
                <a:schemeClr val="dk1"/>
              </a:buClr>
              <a:buSzPts val="2400"/>
              <a:buChar char="•"/>
              <a:defRPr sz="2400"/>
            </a:lvl9pPr>
          </a:lstStyle>
          <a:p>
            <a:endParaRPr/>
          </a:p>
        </p:txBody>
      </p:sp>
      <p:sp>
        <p:nvSpPr>
          <p:cNvPr id="24" name="Google Shape;24;p4"/>
          <p:cNvSpPr txBox="1">
            <a:spLocks noGrp="1"/>
          </p:cNvSpPr>
          <p:nvPr>
            <p:ph type="subTitle" idx="2"/>
          </p:nvPr>
        </p:nvSpPr>
        <p:spPr>
          <a:xfrm>
            <a:off x="1010175" y="1950125"/>
            <a:ext cx="6984900" cy="907800"/>
          </a:xfrm>
          <a:prstGeom prst="rect">
            <a:avLst/>
          </a:prstGeom>
        </p:spPr>
        <p:txBody>
          <a:bodyPr spcFirstLastPara="1" wrap="square" lIns="91425" tIns="45700" rIns="91425" bIns="45700" anchor="t" anchorCtr="0">
            <a:normAutofit/>
          </a:bodyPr>
          <a:lstStyle>
            <a:lvl1pPr lvl="0">
              <a:spcBef>
                <a:spcPts val="640"/>
              </a:spcBef>
              <a:spcAft>
                <a:spcPts val="0"/>
              </a:spcAft>
              <a:buSzPts val="3500"/>
              <a:buFont typeface="Fira Sans Medium"/>
              <a:buNone/>
              <a:defRPr sz="3500">
                <a:latin typeface="Fira Sans Medium"/>
                <a:ea typeface="Fira Sans Medium"/>
                <a:cs typeface="Fira Sans Medium"/>
                <a:sym typeface="Fira Sans Medium"/>
              </a:defRPr>
            </a:lvl1pPr>
            <a:lvl2pPr lvl="1">
              <a:spcBef>
                <a:spcPts val="560"/>
              </a:spcBef>
              <a:spcAft>
                <a:spcPts val="0"/>
              </a:spcAft>
              <a:buSzPts val="3500"/>
              <a:buFont typeface="Fira Sans Medium"/>
              <a:buNone/>
              <a:defRPr sz="3500">
                <a:latin typeface="Fira Sans Medium"/>
                <a:ea typeface="Fira Sans Medium"/>
                <a:cs typeface="Fira Sans Medium"/>
                <a:sym typeface="Fira Sans Medium"/>
              </a:defRPr>
            </a:lvl2pPr>
            <a:lvl3pPr lvl="2">
              <a:spcBef>
                <a:spcPts val="480"/>
              </a:spcBef>
              <a:spcAft>
                <a:spcPts val="0"/>
              </a:spcAft>
              <a:buSzPts val="3500"/>
              <a:buFont typeface="Fira Sans Medium"/>
              <a:buNone/>
              <a:defRPr sz="3500">
                <a:latin typeface="Fira Sans Medium"/>
                <a:ea typeface="Fira Sans Medium"/>
                <a:cs typeface="Fira Sans Medium"/>
                <a:sym typeface="Fira Sans Medium"/>
              </a:defRPr>
            </a:lvl3pPr>
            <a:lvl4pPr lvl="3">
              <a:spcBef>
                <a:spcPts val="400"/>
              </a:spcBef>
              <a:spcAft>
                <a:spcPts val="0"/>
              </a:spcAft>
              <a:buSzPts val="3500"/>
              <a:buFont typeface="Fira Sans Medium"/>
              <a:buNone/>
              <a:defRPr sz="3500">
                <a:latin typeface="Fira Sans Medium"/>
                <a:ea typeface="Fira Sans Medium"/>
                <a:cs typeface="Fira Sans Medium"/>
                <a:sym typeface="Fira Sans Medium"/>
              </a:defRPr>
            </a:lvl4pPr>
            <a:lvl5pPr lvl="4">
              <a:spcBef>
                <a:spcPts val="400"/>
              </a:spcBef>
              <a:spcAft>
                <a:spcPts val="0"/>
              </a:spcAft>
              <a:buSzPts val="3500"/>
              <a:buFont typeface="Fira Sans Medium"/>
              <a:buNone/>
              <a:defRPr sz="3500">
                <a:latin typeface="Fira Sans Medium"/>
                <a:ea typeface="Fira Sans Medium"/>
                <a:cs typeface="Fira Sans Medium"/>
                <a:sym typeface="Fira Sans Medium"/>
              </a:defRPr>
            </a:lvl5pPr>
            <a:lvl6pPr lvl="5">
              <a:spcBef>
                <a:spcPts val="400"/>
              </a:spcBef>
              <a:spcAft>
                <a:spcPts val="0"/>
              </a:spcAft>
              <a:buSzPts val="3500"/>
              <a:buFont typeface="Fira Sans Medium"/>
              <a:buNone/>
              <a:defRPr sz="3500">
                <a:latin typeface="Fira Sans Medium"/>
                <a:ea typeface="Fira Sans Medium"/>
                <a:cs typeface="Fira Sans Medium"/>
                <a:sym typeface="Fira Sans Medium"/>
              </a:defRPr>
            </a:lvl6pPr>
            <a:lvl7pPr lvl="6">
              <a:spcBef>
                <a:spcPts val="400"/>
              </a:spcBef>
              <a:spcAft>
                <a:spcPts val="0"/>
              </a:spcAft>
              <a:buSzPts val="3500"/>
              <a:buFont typeface="Fira Sans Medium"/>
              <a:buNone/>
              <a:defRPr sz="3500">
                <a:latin typeface="Fira Sans Medium"/>
                <a:ea typeface="Fira Sans Medium"/>
                <a:cs typeface="Fira Sans Medium"/>
                <a:sym typeface="Fira Sans Medium"/>
              </a:defRPr>
            </a:lvl7pPr>
            <a:lvl8pPr lvl="7">
              <a:spcBef>
                <a:spcPts val="400"/>
              </a:spcBef>
              <a:spcAft>
                <a:spcPts val="0"/>
              </a:spcAft>
              <a:buSzPts val="3500"/>
              <a:buFont typeface="Fira Sans Medium"/>
              <a:buNone/>
              <a:defRPr sz="3500">
                <a:latin typeface="Fira Sans Medium"/>
                <a:ea typeface="Fira Sans Medium"/>
                <a:cs typeface="Fira Sans Medium"/>
                <a:sym typeface="Fira Sans Medium"/>
              </a:defRPr>
            </a:lvl8pPr>
            <a:lvl9pPr lvl="8">
              <a:spcBef>
                <a:spcPts val="400"/>
              </a:spcBef>
              <a:spcAft>
                <a:spcPts val="0"/>
              </a:spcAft>
              <a:buSzPts val="3500"/>
              <a:buFont typeface="Fira Sans Medium"/>
              <a:buNone/>
              <a:defRPr sz="3500">
                <a:latin typeface="Fira Sans Medium"/>
                <a:ea typeface="Fira Sans Medium"/>
                <a:cs typeface="Fira Sans Medium"/>
                <a:sym typeface="Fira Sans Medium"/>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5"/>
          <p:cNvSpPr txBox="1">
            <a:spLocks noGrp="1"/>
          </p:cNvSpPr>
          <p:nvPr>
            <p:ph type="body" idx="1"/>
          </p:nvPr>
        </p:nvSpPr>
        <p:spPr>
          <a:xfrm>
            <a:off x="1098538" y="4975988"/>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400"/>
              <a:buNone/>
              <a:defRPr sz="2400"/>
            </a:lvl1pPr>
            <a:lvl2pPr marL="914400" lvl="1" indent="-228600" algn="l">
              <a:spcBef>
                <a:spcPts val="360"/>
              </a:spcBef>
              <a:spcAft>
                <a:spcPts val="0"/>
              </a:spcAft>
              <a:buSzPts val="2400"/>
              <a:buNone/>
              <a:defRPr sz="2400"/>
            </a:lvl2pPr>
            <a:lvl3pPr marL="1371600" lvl="2" indent="-228600" algn="l">
              <a:spcBef>
                <a:spcPts val="320"/>
              </a:spcBef>
              <a:spcAft>
                <a:spcPts val="0"/>
              </a:spcAft>
              <a:buSzPts val="2400"/>
              <a:buNone/>
              <a:defRPr/>
            </a:lvl3pPr>
            <a:lvl4pPr marL="1828800" lvl="3" indent="-228600" algn="l">
              <a:spcBef>
                <a:spcPts val="280"/>
              </a:spcBef>
              <a:spcAft>
                <a:spcPts val="0"/>
              </a:spcAft>
              <a:buSzPts val="2400"/>
              <a:buNone/>
              <a:defRPr sz="2400"/>
            </a:lvl4pPr>
            <a:lvl5pPr marL="2286000" lvl="4" indent="-228600" algn="l">
              <a:spcBef>
                <a:spcPts val="280"/>
              </a:spcBef>
              <a:spcAft>
                <a:spcPts val="0"/>
              </a:spcAft>
              <a:buSzPts val="2400"/>
              <a:buNone/>
              <a:defRPr sz="2400"/>
            </a:lvl5pPr>
            <a:lvl6pPr marL="2743200" lvl="5" indent="-228600" algn="l">
              <a:spcBef>
                <a:spcPts val="280"/>
              </a:spcBef>
              <a:spcAft>
                <a:spcPts val="0"/>
              </a:spcAft>
              <a:buSzPts val="2400"/>
              <a:buNone/>
              <a:defRPr sz="2400"/>
            </a:lvl6pPr>
            <a:lvl7pPr marL="3200400" lvl="6" indent="-228600" algn="l">
              <a:spcBef>
                <a:spcPts val="280"/>
              </a:spcBef>
              <a:spcAft>
                <a:spcPts val="0"/>
              </a:spcAft>
              <a:buSzPts val="2400"/>
              <a:buNone/>
              <a:defRPr sz="2400"/>
            </a:lvl7pPr>
            <a:lvl8pPr marL="3657600" lvl="7" indent="-228600" algn="l">
              <a:spcBef>
                <a:spcPts val="280"/>
              </a:spcBef>
              <a:spcAft>
                <a:spcPts val="0"/>
              </a:spcAft>
              <a:buSzPts val="2400"/>
              <a:buNone/>
              <a:defRPr sz="2400"/>
            </a:lvl8pPr>
            <a:lvl9pPr marL="4114800" lvl="8" indent="-228600" algn="l">
              <a:spcBef>
                <a:spcPts val="280"/>
              </a:spcBef>
              <a:spcAft>
                <a:spcPts val="0"/>
              </a:spcAft>
              <a:buSzPts val="2400"/>
              <a:buNone/>
              <a:defRPr sz="2400"/>
            </a:lvl9pPr>
          </a:lstStyle>
          <a:p>
            <a:endParaRPr/>
          </a:p>
        </p:txBody>
      </p:sp>
      <p:sp>
        <p:nvSpPr>
          <p:cNvPr id="27" name="Google Shape;27;p5"/>
          <p:cNvSpPr txBox="1">
            <a:spLocks noGrp="1"/>
          </p:cNvSpPr>
          <p:nvPr>
            <p:ph type="title"/>
          </p:nvPr>
        </p:nvSpPr>
        <p:spPr>
          <a:xfrm>
            <a:off x="315925" y="804650"/>
            <a:ext cx="14104500" cy="1143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7500"/>
              <a:buNone/>
              <a:defRPr sz="7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
        <p:cNvGrpSpPr/>
        <p:nvPr/>
      </p:nvGrpSpPr>
      <p:grpSpPr>
        <a:xfrm>
          <a:off x="0" y="0"/>
          <a:ext cx="0" cy="0"/>
          <a:chOff x="0" y="0"/>
          <a:chExt cx="0" cy="0"/>
        </a:xfrm>
      </p:grpSpPr>
      <p:sp>
        <p:nvSpPr>
          <p:cNvPr id="29" name="Google Shape;29;p6"/>
          <p:cNvSpPr/>
          <p:nvPr/>
        </p:nvSpPr>
        <p:spPr>
          <a:xfrm>
            <a:off x="3000" y="-8875"/>
            <a:ext cx="18291008" cy="10286869"/>
          </a:xfrm>
          <a:custGeom>
            <a:avLst/>
            <a:gdLst/>
            <a:ahLst/>
            <a:cxnLst/>
            <a:rect l="l" t="t" r="r" b="b"/>
            <a:pathLst>
              <a:path w="4816592" h="982509" extrusionOk="0">
                <a:moveTo>
                  <a:pt x="0" y="0"/>
                </a:moveTo>
                <a:lnTo>
                  <a:pt x="4816592" y="0"/>
                </a:lnTo>
                <a:lnTo>
                  <a:pt x="4816592" y="982509"/>
                </a:lnTo>
                <a:lnTo>
                  <a:pt x="0" y="982509"/>
                </a:lnTo>
                <a:close/>
              </a:path>
            </a:pathLst>
          </a:custGeom>
          <a:solidFill>
            <a:srgbClr val="A16AE8"/>
          </a:solidFill>
          <a:ln>
            <a:noFill/>
          </a:ln>
        </p:spPr>
      </p:sp>
      <p:sp>
        <p:nvSpPr>
          <p:cNvPr id="30" name="Google Shape;30;p6"/>
          <p:cNvSpPr txBox="1">
            <a:spLocks noGrp="1"/>
          </p:cNvSpPr>
          <p:nvPr>
            <p:ph type="body" idx="1"/>
          </p:nvPr>
        </p:nvSpPr>
        <p:spPr>
          <a:xfrm>
            <a:off x="3687875" y="3399575"/>
            <a:ext cx="40386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lt1"/>
              </a:buClr>
              <a:buSzPts val="2400"/>
              <a:buChar char="•"/>
              <a:defRPr sz="2400">
                <a:solidFill>
                  <a:schemeClr val="lt1"/>
                </a:solidFill>
              </a:defRPr>
            </a:lvl1pPr>
            <a:lvl2pPr marL="914400" lvl="1" indent="-381000" algn="l">
              <a:spcBef>
                <a:spcPts val="480"/>
              </a:spcBef>
              <a:spcAft>
                <a:spcPts val="0"/>
              </a:spcAft>
              <a:buClr>
                <a:schemeClr val="lt1"/>
              </a:buClr>
              <a:buSzPts val="2400"/>
              <a:buChar char="–"/>
              <a:defRPr sz="2400">
                <a:solidFill>
                  <a:schemeClr val="lt1"/>
                </a:solidFill>
              </a:defRPr>
            </a:lvl2pPr>
            <a:lvl3pPr marL="1371600" lvl="2" indent="-381000" algn="l">
              <a:spcBef>
                <a:spcPts val="400"/>
              </a:spcBef>
              <a:spcAft>
                <a:spcPts val="0"/>
              </a:spcAft>
              <a:buClr>
                <a:schemeClr val="lt1"/>
              </a:buClr>
              <a:buSzPts val="2400"/>
              <a:buChar char="•"/>
              <a:defRPr>
                <a:solidFill>
                  <a:schemeClr val="lt1"/>
                </a:solidFill>
              </a:defRPr>
            </a:lvl3pPr>
            <a:lvl4pPr marL="1828800" lvl="3" indent="-381000" algn="l">
              <a:spcBef>
                <a:spcPts val="360"/>
              </a:spcBef>
              <a:spcAft>
                <a:spcPts val="0"/>
              </a:spcAft>
              <a:buClr>
                <a:schemeClr val="lt1"/>
              </a:buClr>
              <a:buSzPts val="2400"/>
              <a:buChar char="–"/>
              <a:defRPr sz="2400">
                <a:solidFill>
                  <a:schemeClr val="lt1"/>
                </a:solidFill>
              </a:defRPr>
            </a:lvl4pPr>
            <a:lvl5pPr marL="2286000" lvl="4" indent="-381000" algn="l">
              <a:spcBef>
                <a:spcPts val="360"/>
              </a:spcBef>
              <a:spcAft>
                <a:spcPts val="0"/>
              </a:spcAft>
              <a:buClr>
                <a:schemeClr val="lt1"/>
              </a:buClr>
              <a:buSzPts val="2400"/>
              <a:buChar char="»"/>
              <a:defRPr sz="2400">
                <a:solidFill>
                  <a:schemeClr val="lt1"/>
                </a:solidFill>
              </a:defRPr>
            </a:lvl5pPr>
            <a:lvl6pPr marL="2743200" lvl="5" indent="-381000" algn="l">
              <a:spcBef>
                <a:spcPts val="360"/>
              </a:spcBef>
              <a:spcAft>
                <a:spcPts val="0"/>
              </a:spcAft>
              <a:buClr>
                <a:schemeClr val="lt1"/>
              </a:buClr>
              <a:buSzPts val="2400"/>
              <a:buChar char="•"/>
              <a:defRPr sz="2400">
                <a:solidFill>
                  <a:schemeClr val="lt1"/>
                </a:solidFill>
              </a:defRPr>
            </a:lvl6pPr>
            <a:lvl7pPr marL="3200400" lvl="6" indent="-381000" algn="l">
              <a:spcBef>
                <a:spcPts val="360"/>
              </a:spcBef>
              <a:spcAft>
                <a:spcPts val="0"/>
              </a:spcAft>
              <a:buClr>
                <a:schemeClr val="lt1"/>
              </a:buClr>
              <a:buSzPts val="2400"/>
              <a:buChar char="•"/>
              <a:defRPr sz="2400">
                <a:solidFill>
                  <a:schemeClr val="lt1"/>
                </a:solidFill>
              </a:defRPr>
            </a:lvl7pPr>
            <a:lvl8pPr marL="3657600" lvl="7" indent="-381000" algn="l">
              <a:spcBef>
                <a:spcPts val="360"/>
              </a:spcBef>
              <a:spcAft>
                <a:spcPts val="0"/>
              </a:spcAft>
              <a:buClr>
                <a:schemeClr val="lt1"/>
              </a:buClr>
              <a:buSzPts val="2400"/>
              <a:buChar char="•"/>
              <a:defRPr sz="2400">
                <a:solidFill>
                  <a:schemeClr val="lt1"/>
                </a:solidFill>
              </a:defRPr>
            </a:lvl8pPr>
            <a:lvl9pPr marL="4114800" lvl="8" indent="-381000" algn="l">
              <a:spcBef>
                <a:spcPts val="360"/>
              </a:spcBef>
              <a:spcAft>
                <a:spcPts val="0"/>
              </a:spcAft>
              <a:buClr>
                <a:schemeClr val="lt1"/>
              </a:buClr>
              <a:buSzPts val="2400"/>
              <a:buChar char="•"/>
              <a:defRPr sz="2400">
                <a:solidFill>
                  <a:schemeClr val="lt1"/>
                </a:solidFill>
              </a:defRPr>
            </a:lvl9pPr>
          </a:lstStyle>
          <a:p>
            <a:endParaRPr/>
          </a:p>
        </p:txBody>
      </p:sp>
      <p:sp>
        <p:nvSpPr>
          <p:cNvPr id="31" name="Google Shape;31;p6"/>
          <p:cNvSpPr txBox="1">
            <a:spLocks noGrp="1"/>
          </p:cNvSpPr>
          <p:nvPr>
            <p:ph type="body" idx="2"/>
          </p:nvPr>
        </p:nvSpPr>
        <p:spPr>
          <a:xfrm>
            <a:off x="9620975" y="3334125"/>
            <a:ext cx="40386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lt1"/>
              </a:buClr>
              <a:buSzPts val="2400"/>
              <a:buChar char="•"/>
              <a:defRPr sz="2400">
                <a:solidFill>
                  <a:schemeClr val="lt1"/>
                </a:solidFill>
              </a:defRPr>
            </a:lvl1pPr>
            <a:lvl2pPr marL="914400" lvl="1" indent="-381000" algn="l">
              <a:spcBef>
                <a:spcPts val="480"/>
              </a:spcBef>
              <a:spcAft>
                <a:spcPts val="0"/>
              </a:spcAft>
              <a:buClr>
                <a:schemeClr val="lt1"/>
              </a:buClr>
              <a:buSzPts val="2400"/>
              <a:buChar char="–"/>
              <a:defRPr sz="2400">
                <a:solidFill>
                  <a:schemeClr val="lt1"/>
                </a:solidFill>
              </a:defRPr>
            </a:lvl2pPr>
            <a:lvl3pPr marL="1371600" lvl="2" indent="-381000" algn="l">
              <a:spcBef>
                <a:spcPts val="400"/>
              </a:spcBef>
              <a:spcAft>
                <a:spcPts val="0"/>
              </a:spcAft>
              <a:buClr>
                <a:schemeClr val="lt1"/>
              </a:buClr>
              <a:buSzPts val="2400"/>
              <a:buChar char="•"/>
              <a:defRPr>
                <a:solidFill>
                  <a:schemeClr val="lt1"/>
                </a:solidFill>
              </a:defRPr>
            </a:lvl3pPr>
            <a:lvl4pPr marL="1828800" lvl="3" indent="-381000" algn="l">
              <a:spcBef>
                <a:spcPts val="360"/>
              </a:spcBef>
              <a:spcAft>
                <a:spcPts val="0"/>
              </a:spcAft>
              <a:buClr>
                <a:schemeClr val="lt1"/>
              </a:buClr>
              <a:buSzPts val="2400"/>
              <a:buChar char="–"/>
              <a:defRPr sz="2400">
                <a:solidFill>
                  <a:schemeClr val="lt1"/>
                </a:solidFill>
              </a:defRPr>
            </a:lvl4pPr>
            <a:lvl5pPr marL="2286000" lvl="4" indent="-381000" algn="l">
              <a:spcBef>
                <a:spcPts val="360"/>
              </a:spcBef>
              <a:spcAft>
                <a:spcPts val="0"/>
              </a:spcAft>
              <a:buClr>
                <a:schemeClr val="lt1"/>
              </a:buClr>
              <a:buSzPts val="2400"/>
              <a:buChar char="»"/>
              <a:defRPr sz="2400">
                <a:solidFill>
                  <a:schemeClr val="lt1"/>
                </a:solidFill>
              </a:defRPr>
            </a:lvl5pPr>
            <a:lvl6pPr marL="2743200" lvl="5" indent="-381000" algn="l">
              <a:spcBef>
                <a:spcPts val="360"/>
              </a:spcBef>
              <a:spcAft>
                <a:spcPts val="0"/>
              </a:spcAft>
              <a:buClr>
                <a:schemeClr val="lt1"/>
              </a:buClr>
              <a:buSzPts val="2400"/>
              <a:buChar char="•"/>
              <a:defRPr sz="2400">
                <a:solidFill>
                  <a:schemeClr val="lt1"/>
                </a:solidFill>
              </a:defRPr>
            </a:lvl6pPr>
            <a:lvl7pPr marL="3200400" lvl="6" indent="-381000" algn="l">
              <a:spcBef>
                <a:spcPts val="360"/>
              </a:spcBef>
              <a:spcAft>
                <a:spcPts val="0"/>
              </a:spcAft>
              <a:buClr>
                <a:schemeClr val="lt1"/>
              </a:buClr>
              <a:buSzPts val="2400"/>
              <a:buChar char="•"/>
              <a:defRPr sz="2400">
                <a:solidFill>
                  <a:schemeClr val="lt1"/>
                </a:solidFill>
              </a:defRPr>
            </a:lvl7pPr>
            <a:lvl8pPr marL="3657600" lvl="7" indent="-381000" algn="l">
              <a:spcBef>
                <a:spcPts val="360"/>
              </a:spcBef>
              <a:spcAft>
                <a:spcPts val="0"/>
              </a:spcAft>
              <a:buClr>
                <a:schemeClr val="lt1"/>
              </a:buClr>
              <a:buSzPts val="2400"/>
              <a:buChar char="•"/>
              <a:defRPr sz="2400">
                <a:solidFill>
                  <a:schemeClr val="lt1"/>
                </a:solidFill>
              </a:defRPr>
            </a:lvl8pPr>
            <a:lvl9pPr marL="4114800" lvl="8" indent="-381000" algn="l">
              <a:spcBef>
                <a:spcPts val="360"/>
              </a:spcBef>
              <a:spcAft>
                <a:spcPts val="0"/>
              </a:spcAft>
              <a:buClr>
                <a:schemeClr val="lt1"/>
              </a:buClr>
              <a:buSzPts val="2400"/>
              <a:buChar char="•"/>
              <a:defRPr sz="2400">
                <a:solidFill>
                  <a:schemeClr val="lt1"/>
                </a:solidFill>
              </a:defRPr>
            </a:lvl9pPr>
          </a:lstStyle>
          <a:p>
            <a:endParaRPr/>
          </a:p>
        </p:txBody>
      </p:sp>
      <p:sp>
        <p:nvSpPr>
          <p:cNvPr id="32" name="Google Shape;32;p6"/>
          <p:cNvSpPr txBox="1">
            <a:spLocks noGrp="1"/>
          </p:cNvSpPr>
          <p:nvPr>
            <p:ph type="title"/>
          </p:nvPr>
        </p:nvSpPr>
        <p:spPr>
          <a:xfrm>
            <a:off x="315925" y="804650"/>
            <a:ext cx="14104500" cy="1143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lt1"/>
              </a:buClr>
              <a:buSzPts val="7500"/>
              <a:buNone/>
              <a:defRPr sz="75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711750" y="1248913"/>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2035750" y="4604000"/>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6" name="Google Shape;36;p7"/>
          <p:cNvSpPr txBox="1">
            <a:spLocks noGrp="1"/>
          </p:cNvSpPr>
          <p:nvPr>
            <p:ph type="body" idx="2"/>
          </p:nvPr>
        </p:nvSpPr>
        <p:spPr>
          <a:xfrm>
            <a:off x="7589425" y="4546750"/>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9"/>
          <p:cNvSpPr/>
          <p:nvPr/>
        </p:nvSpPr>
        <p:spPr>
          <a:xfrm>
            <a:off x="0" y="0"/>
            <a:ext cx="18287898" cy="10286740"/>
          </a:xfrm>
          <a:custGeom>
            <a:avLst/>
            <a:gdLst/>
            <a:ahLst/>
            <a:cxnLst/>
            <a:rect l="l" t="t" r="r" b="b"/>
            <a:pathLst>
              <a:path w="660511" h="714481" extrusionOk="0">
                <a:moveTo>
                  <a:pt x="0" y="0"/>
                </a:moveTo>
                <a:lnTo>
                  <a:pt x="660511" y="0"/>
                </a:lnTo>
                <a:lnTo>
                  <a:pt x="660511" y="714481"/>
                </a:lnTo>
                <a:lnTo>
                  <a:pt x="0" y="714481"/>
                </a:lnTo>
                <a:close/>
              </a:path>
            </a:pathLst>
          </a:custGeom>
          <a:solidFill>
            <a:srgbClr val="4BB8BE"/>
          </a:solidFill>
          <a:ln>
            <a:noFill/>
          </a:ln>
        </p:spPr>
      </p:sp>
      <p:sp>
        <p:nvSpPr>
          <p:cNvPr id="55" name="Google Shape;55;p9"/>
          <p:cNvSpPr txBox="1">
            <a:spLocks noGrp="1"/>
          </p:cNvSpPr>
          <p:nvPr>
            <p:ph type="body" idx="1"/>
          </p:nvPr>
        </p:nvSpPr>
        <p:spPr>
          <a:xfrm>
            <a:off x="1389600" y="2966100"/>
            <a:ext cx="4038600" cy="4526100"/>
          </a:xfrm>
          <a:prstGeom prst="rect">
            <a:avLst/>
          </a:prstGeom>
          <a:noFill/>
          <a:ln>
            <a:noFill/>
          </a:ln>
        </p:spPr>
        <p:txBody>
          <a:bodyPr spcFirstLastPara="1" wrap="square" lIns="91425" tIns="45700" rIns="91425" bIns="45700" anchor="t" anchorCtr="0">
            <a:normAutofit/>
          </a:bodyPr>
          <a:lstStyle>
            <a:lvl1pPr marL="457200" lvl="0" indent="-381000" algn="l" rtl="0">
              <a:spcBef>
                <a:spcPts val="560"/>
              </a:spcBef>
              <a:spcAft>
                <a:spcPts val="0"/>
              </a:spcAft>
              <a:buClr>
                <a:schemeClr val="lt1"/>
              </a:buClr>
              <a:buSzPts val="2400"/>
              <a:buChar char="•"/>
              <a:defRPr sz="2400">
                <a:solidFill>
                  <a:schemeClr val="lt1"/>
                </a:solidFill>
              </a:defRPr>
            </a:lvl1pPr>
            <a:lvl2pPr marL="914400" lvl="1" indent="-381000" algn="l" rtl="0">
              <a:spcBef>
                <a:spcPts val="480"/>
              </a:spcBef>
              <a:spcAft>
                <a:spcPts val="0"/>
              </a:spcAft>
              <a:buClr>
                <a:schemeClr val="lt1"/>
              </a:buClr>
              <a:buSzPts val="2400"/>
              <a:buChar char="–"/>
              <a:defRPr sz="2400">
                <a:solidFill>
                  <a:schemeClr val="lt1"/>
                </a:solidFill>
              </a:defRPr>
            </a:lvl2pPr>
            <a:lvl3pPr marL="1371600" lvl="2" indent="-381000" algn="l" rtl="0">
              <a:spcBef>
                <a:spcPts val="400"/>
              </a:spcBef>
              <a:spcAft>
                <a:spcPts val="0"/>
              </a:spcAft>
              <a:buClr>
                <a:schemeClr val="lt1"/>
              </a:buClr>
              <a:buSzPts val="2400"/>
              <a:buChar char="•"/>
              <a:defRPr>
                <a:solidFill>
                  <a:schemeClr val="lt1"/>
                </a:solidFill>
              </a:defRPr>
            </a:lvl3pPr>
            <a:lvl4pPr marL="1828800" lvl="3" indent="-381000" algn="l" rtl="0">
              <a:spcBef>
                <a:spcPts val="360"/>
              </a:spcBef>
              <a:spcAft>
                <a:spcPts val="0"/>
              </a:spcAft>
              <a:buClr>
                <a:schemeClr val="lt1"/>
              </a:buClr>
              <a:buSzPts val="2400"/>
              <a:buChar char="–"/>
              <a:defRPr sz="2400">
                <a:solidFill>
                  <a:schemeClr val="lt1"/>
                </a:solidFill>
              </a:defRPr>
            </a:lvl4pPr>
            <a:lvl5pPr marL="2286000" lvl="4" indent="-381000" algn="l" rtl="0">
              <a:spcBef>
                <a:spcPts val="360"/>
              </a:spcBef>
              <a:spcAft>
                <a:spcPts val="0"/>
              </a:spcAft>
              <a:buClr>
                <a:schemeClr val="lt1"/>
              </a:buClr>
              <a:buSzPts val="2400"/>
              <a:buChar char="»"/>
              <a:defRPr sz="2400">
                <a:solidFill>
                  <a:schemeClr val="lt1"/>
                </a:solidFill>
              </a:defRPr>
            </a:lvl5pPr>
            <a:lvl6pPr marL="2743200" lvl="5" indent="-381000" algn="l" rtl="0">
              <a:spcBef>
                <a:spcPts val="360"/>
              </a:spcBef>
              <a:spcAft>
                <a:spcPts val="0"/>
              </a:spcAft>
              <a:buClr>
                <a:schemeClr val="lt1"/>
              </a:buClr>
              <a:buSzPts val="2400"/>
              <a:buChar char="•"/>
              <a:defRPr sz="2400">
                <a:solidFill>
                  <a:schemeClr val="lt1"/>
                </a:solidFill>
              </a:defRPr>
            </a:lvl6pPr>
            <a:lvl7pPr marL="3200400" lvl="6" indent="-381000" algn="l" rtl="0">
              <a:spcBef>
                <a:spcPts val="360"/>
              </a:spcBef>
              <a:spcAft>
                <a:spcPts val="0"/>
              </a:spcAft>
              <a:buClr>
                <a:schemeClr val="lt1"/>
              </a:buClr>
              <a:buSzPts val="2400"/>
              <a:buChar char="•"/>
              <a:defRPr sz="2400">
                <a:solidFill>
                  <a:schemeClr val="lt1"/>
                </a:solidFill>
              </a:defRPr>
            </a:lvl7pPr>
            <a:lvl8pPr marL="3657600" lvl="7" indent="-381000" algn="l" rtl="0">
              <a:spcBef>
                <a:spcPts val="360"/>
              </a:spcBef>
              <a:spcAft>
                <a:spcPts val="0"/>
              </a:spcAft>
              <a:buClr>
                <a:schemeClr val="lt1"/>
              </a:buClr>
              <a:buSzPts val="2400"/>
              <a:buChar char="•"/>
              <a:defRPr sz="2400">
                <a:solidFill>
                  <a:schemeClr val="lt1"/>
                </a:solidFill>
              </a:defRPr>
            </a:lvl8pPr>
            <a:lvl9pPr marL="4114800" lvl="8" indent="-381000" algn="l" rtl="0">
              <a:spcBef>
                <a:spcPts val="360"/>
              </a:spcBef>
              <a:spcAft>
                <a:spcPts val="0"/>
              </a:spcAft>
              <a:buClr>
                <a:schemeClr val="lt1"/>
              </a:buClr>
              <a:buSzPts val="2400"/>
              <a:buChar char="•"/>
              <a:defRPr sz="2400">
                <a:solidFill>
                  <a:schemeClr val="lt1"/>
                </a:solidFill>
              </a:defRPr>
            </a:lvl9pPr>
          </a:lstStyle>
          <a:p>
            <a:endParaRPr/>
          </a:p>
        </p:txBody>
      </p:sp>
      <p:sp>
        <p:nvSpPr>
          <p:cNvPr id="56" name="Google Shape;56;p9"/>
          <p:cNvSpPr txBox="1">
            <a:spLocks noGrp="1"/>
          </p:cNvSpPr>
          <p:nvPr>
            <p:ph type="title"/>
          </p:nvPr>
        </p:nvSpPr>
        <p:spPr>
          <a:xfrm>
            <a:off x="315925" y="804650"/>
            <a:ext cx="14104500" cy="1143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lt1"/>
              </a:buClr>
              <a:buSzPts val="7500"/>
              <a:buNone/>
              <a:defRPr sz="75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 name="Google Shape;57;p9"/>
          <p:cNvSpPr>
            <a:spLocks noGrp="1"/>
          </p:cNvSpPr>
          <p:nvPr>
            <p:ph type="pic" idx="2"/>
          </p:nvPr>
        </p:nvSpPr>
        <p:spPr>
          <a:xfrm>
            <a:off x="9509600" y="2432500"/>
            <a:ext cx="8778300" cy="6754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sp>
        <p:nvSpPr>
          <p:cNvPr id="59" name="Google Shape;59;p10"/>
          <p:cNvSpPr/>
          <p:nvPr/>
        </p:nvSpPr>
        <p:spPr>
          <a:xfrm>
            <a:off x="3000" y="-8875"/>
            <a:ext cx="18363257" cy="10370382"/>
          </a:xfrm>
          <a:custGeom>
            <a:avLst/>
            <a:gdLst/>
            <a:ahLst/>
            <a:cxnLst/>
            <a:rect l="l" t="t" r="r" b="b"/>
            <a:pathLst>
              <a:path w="4816592" h="982509" extrusionOk="0">
                <a:moveTo>
                  <a:pt x="0" y="0"/>
                </a:moveTo>
                <a:lnTo>
                  <a:pt x="4816592" y="0"/>
                </a:lnTo>
                <a:lnTo>
                  <a:pt x="4816592" y="982509"/>
                </a:lnTo>
                <a:lnTo>
                  <a:pt x="0" y="982509"/>
                </a:lnTo>
                <a:close/>
              </a:path>
            </a:pathLst>
          </a:custGeom>
          <a:solidFill>
            <a:srgbClr val="A16AE8"/>
          </a:solidFill>
          <a:ln>
            <a:noFill/>
          </a:ln>
        </p:spPr>
      </p:sp>
      <p:sp>
        <p:nvSpPr>
          <p:cNvPr id="60" name="Google Shape;60;p10"/>
          <p:cNvSpPr>
            <a:spLocks noGrp="1"/>
          </p:cNvSpPr>
          <p:nvPr>
            <p:ph type="pic" idx="2"/>
          </p:nvPr>
        </p:nvSpPr>
        <p:spPr>
          <a:xfrm>
            <a:off x="-5863107" y="-8437"/>
            <a:ext cx="13825800" cy="10369500"/>
          </a:xfrm>
          <a:prstGeom prst="rect">
            <a:avLst/>
          </a:prstGeom>
          <a:noFill/>
          <a:ln>
            <a:noFill/>
          </a:ln>
        </p:spPr>
      </p:sp>
      <p:sp>
        <p:nvSpPr>
          <p:cNvPr id="61" name="Google Shape;61;p10"/>
          <p:cNvSpPr txBox="1">
            <a:spLocks noGrp="1"/>
          </p:cNvSpPr>
          <p:nvPr>
            <p:ph type="body" idx="1"/>
          </p:nvPr>
        </p:nvSpPr>
        <p:spPr>
          <a:xfrm>
            <a:off x="8521625" y="2827050"/>
            <a:ext cx="4038600" cy="4526100"/>
          </a:xfrm>
          <a:prstGeom prst="rect">
            <a:avLst/>
          </a:prstGeom>
          <a:noFill/>
          <a:ln>
            <a:noFill/>
          </a:ln>
        </p:spPr>
        <p:txBody>
          <a:bodyPr spcFirstLastPara="1" wrap="square" lIns="91425" tIns="45700" rIns="91425" bIns="45700" anchor="t" anchorCtr="0">
            <a:normAutofit/>
          </a:bodyPr>
          <a:lstStyle>
            <a:lvl1pPr marL="457200" lvl="0" indent="-381000" algn="l" rtl="0">
              <a:spcBef>
                <a:spcPts val="560"/>
              </a:spcBef>
              <a:spcAft>
                <a:spcPts val="0"/>
              </a:spcAft>
              <a:buClr>
                <a:schemeClr val="lt1"/>
              </a:buClr>
              <a:buSzPts val="2400"/>
              <a:buChar char="•"/>
              <a:defRPr sz="2400">
                <a:solidFill>
                  <a:schemeClr val="lt1"/>
                </a:solidFill>
              </a:defRPr>
            </a:lvl1pPr>
            <a:lvl2pPr marL="914400" lvl="1" indent="-381000" algn="l" rtl="0">
              <a:spcBef>
                <a:spcPts val="480"/>
              </a:spcBef>
              <a:spcAft>
                <a:spcPts val="0"/>
              </a:spcAft>
              <a:buClr>
                <a:schemeClr val="lt1"/>
              </a:buClr>
              <a:buSzPts val="2400"/>
              <a:buChar char="–"/>
              <a:defRPr sz="2400">
                <a:solidFill>
                  <a:schemeClr val="lt1"/>
                </a:solidFill>
              </a:defRPr>
            </a:lvl2pPr>
            <a:lvl3pPr marL="1371600" lvl="2" indent="-381000" algn="l" rtl="0">
              <a:spcBef>
                <a:spcPts val="400"/>
              </a:spcBef>
              <a:spcAft>
                <a:spcPts val="0"/>
              </a:spcAft>
              <a:buClr>
                <a:schemeClr val="lt1"/>
              </a:buClr>
              <a:buSzPts val="2400"/>
              <a:buChar char="•"/>
              <a:defRPr>
                <a:solidFill>
                  <a:schemeClr val="lt1"/>
                </a:solidFill>
              </a:defRPr>
            </a:lvl3pPr>
            <a:lvl4pPr marL="1828800" lvl="3" indent="-381000" algn="l" rtl="0">
              <a:spcBef>
                <a:spcPts val="360"/>
              </a:spcBef>
              <a:spcAft>
                <a:spcPts val="0"/>
              </a:spcAft>
              <a:buClr>
                <a:schemeClr val="lt1"/>
              </a:buClr>
              <a:buSzPts val="2400"/>
              <a:buChar char="–"/>
              <a:defRPr sz="2400">
                <a:solidFill>
                  <a:schemeClr val="lt1"/>
                </a:solidFill>
              </a:defRPr>
            </a:lvl4pPr>
            <a:lvl5pPr marL="2286000" lvl="4" indent="-381000" algn="l" rtl="0">
              <a:spcBef>
                <a:spcPts val="360"/>
              </a:spcBef>
              <a:spcAft>
                <a:spcPts val="0"/>
              </a:spcAft>
              <a:buClr>
                <a:schemeClr val="lt1"/>
              </a:buClr>
              <a:buSzPts val="2400"/>
              <a:buChar char="»"/>
              <a:defRPr sz="2400">
                <a:solidFill>
                  <a:schemeClr val="lt1"/>
                </a:solidFill>
              </a:defRPr>
            </a:lvl5pPr>
            <a:lvl6pPr marL="2743200" lvl="5" indent="-381000" algn="l" rtl="0">
              <a:spcBef>
                <a:spcPts val="360"/>
              </a:spcBef>
              <a:spcAft>
                <a:spcPts val="0"/>
              </a:spcAft>
              <a:buClr>
                <a:schemeClr val="lt1"/>
              </a:buClr>
              <a:buSzPts val="2400"/>
              <a:buChar char="•"/>
              <a:defRPr sz="2400">
                <a:solidFill>
                  <a:schemeClr val="lt1"/>
                </a:solidFill>
              </a:defRPr>
            </a:lvl6pPr>
            <a:lvl7pPr marL="3200400" lvl="6" indent="-381000" algn="l" rtl="0">
              <a:spcBef>
                <a:spcPts val="360"/>
              </a:spcBef>
              <a:spcAft>
                <a:spcPts val="0"/>
              </a:spcAft>
              <a:buClr>
                <a:schemeClr val="lt1"/>
              </a:buClr>
              <a:buSzPts val="2400"/>
              <a:buChar char="•"/>
              <a:defRPr sz="2400">
                <a:solidFill>
                  <a:schemeClr val="lt1"/>
                </a:solidFill>
              </a:defRPr>
            </a:lvl7pPr>
            <a:lvl8pPr marL="3657600" lvl="7" indent="-381000" algn="l" rtl="0">
              <a:spcBef>
                <a:spcPts val="360"/>
              </a:spcBef>
              <a:spcAft>
                <a:spcPts val="0"/>
              </a:spcAft>
              <a:buClr>
                <a:schemeClr val="lt1"/>
              </a:buClr>
              <a:buSzPts val="2400"/>
              <a:buChar char="•"/>
              <a:defRPr sz="2400">
                <a:solidFill>
                  <a:schemeClr val="lt1"/>
                </a:solidFill>
              </a:defRPr>
            </a:lvl8pPr>
            <a:lvl9pPr marL="4114800" lvl="8" indent="-381000" algn="l" rtl="0">
              <a:spcBef>
                <a:spcPts val="360"/>
              </a:spcBef>
              <a:spcAft>
                <a:spcPts val="0"/>
              </a:spcAft>
              <a:buClr>
                <a:schemeClr val="lt1"/>
              </a:buClr>
              <a:buSzPts val="2400"/>
              <a:buChar char="•"/>
              <a:defRPr sz="2400">
                <a:solidFill>
                  <a:schemeClr val="lt1"/>
                </a:solidFill>
              </a:defRPr>
            </a:lvl9pPr>
          </a:lstStyle>
          <a:p>
            <a:endParaRPr/>
          </a:p>
        </p:txBody>
      </p:sp>
      <p:sp>
        <p:nvSpPr>
          <p:cNvPr id="62" name="Google Shape;62;p10"/>
          <p:cNvSpPr txBox="1">
            <a:spLocks noGrp="1"/>
          </p:cNvSpPr>
          <p:nvPr>
            <p:ph type="title"/>
          </p:nvPr>
        </p:nvSpPr>
        <p:spPr>
          <a:xfrm>
            <a:off x="7701450" y="823600"/>
            <a:ext cx="14104500" cy="1143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lt1"/>
              </a:buClr>
              <a:buSzPts val="7500"/>
              <a:buNone/>
              <a:defRPr sz="75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1750" y="1248913"/>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Fira Sans"/>
              <a:buNone/>
              <a:defRPr sz="4400" b="1" i="0" u="none" strike="noStrike" cap="none">
                <a:solidFill>
                  <a:schemeClr val="dk1"/>
                </a:solidFill>
                <a:latin typeface="Fira Sans"/>
                <a:ea typeface="Fira Sans"/>
                <a:cs typeface="Fira Sans"/>
                <a:sym typeface="Fir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361875" y="370675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ssistant"/>
              <a:buChar char="•"/>
              <a:defRPr sz="3200" i="0" u="none" strike="noStrike" cap="none">
                <a:solidFill>
                  <a:schemeClr val="dk1"/>
                </a:solidFill>
                <a:latin typeface="Assistant"/>
                <a:ea typeface="Assistant"/>
                <a:cs typeface="Assistant"/>
                <a:sym typeface="Assistant"/>
              </a:defRPr>
            </a:lvl1pPr>
            <a:lvl2pPr marL="914400" marR="0" lvl="1" indent="-406400" algn="l" rtl="0">
              <a:spcBef>
                <a:spcPts val="560"/>
              </a:spcBef>
              <a:spcAft>
                <a:spcPts val="0"/>
              </a:spcAft>
              <a:buClr>
                <a:schemeClr val="dk1"/>
              </a:buClr>
              <a:buSzPts val="2800"/>
              <a:buFont typeface="Assistant"/>
              <a:buChar char="–"/>
              <a:defRPr sz="2800" i="0" u="none" strike="noStrike" cap="none">
                <a:solidFill>
                  <a:schemeClr val="dk1"/>
                </a:solidFill>
                <a:latin typeface="Assistant"/>
                <a:ea typeface="Assistant"/>
                <a:cs typeface="Assistant"/>
                <a:sym typeface="Assistant"/>
              </a:defRPr>
            </a:lvl2pPr>
            <a:lvl3pPr marL="1371600" marR="0" lvl="2" indent="-381000" algn="l" rtl="0">
              <a:spcBef>
                <a:spcPts val="480"/>
              </a:spcBef>
              <a:spcAft>
                <a:spcPts val="0"/>
              </a:spcAft>
              <a:buClr>
                <a:schemeClr val="dk1"/>
              </a:buClr>
              <a:buSzPts val="2400"/>
              <a:buFont typeface="Assistant"/>
              <a:buChar char="•"/>
              <a:defRPr sz="2400" i="0" u="none" strike="noStrike" cap="none">
                <a:solidFill>
                  <a:schemeClr val="dk1"/>
                </a:solidFill>
                <a:latin typeface="Assistant"/>
                <a:ea typeface="Assistant"/>
                <a:cs typeface="Assistant"/>
                <a:sym typeface="Assistant"/>
              </a:defRPr>
            </a:lvl3pPr>
            <a:lvl4pPr marL="1828800" marR="0" lvl="3" indent="-355600" algn="l" rtl="0">
              <a:spcBef>
                <a:spcPts val="400"/>
              </a:spcBef>
              <a:spcAft>
                <a:spcPts val="0"/>
              </a:spcAft>
              <a:buClr>
                <a:schemeClr val="dk1"/>
              </a:buClr>
              <a:buSzPts val="2000"/>
              <a:buFont typeface="Assistant"/>
              <a:buChar char="–"/>
              <a:defRPr sz="2000" i="0" u="none" strike="noStrike" cap="none">
                <a:solidFill>
                  <a:schemeClr val="dk1"/>
                </a:solidFill>
                <a:latin typeface="Assistant"/>
                <a:ea typeface="Assistant"/>
                <a:cs typeface="Assistant"/>
                <a:sym typeface="Assistant"/>
              </a:defRPr>
            </a:lvl4pPr>
            <a:lvl5pPr marL="2286000" marR="0" lvl="4" indent="-355600" algn="l" rtl="0">
              <a:spcBef>
                <a:spcPts val="400"/>
              </a:spcBef>
              <a:spcAft>
                <a:spcPts val="0"/>
              </a:spcAft>
              <a:buClr>
                <a:schemeClr val="dk1"/>
              </a:buClr>
              <a:buSzPts val="2000"/>
              <a:buFont typeface="Assistant"/>
              <a:buChar char="»"/>
              <a:defRPr sz="2000" i="0" u="none" strike="noStrike" cap="none">
                <a:solidFill>
                  <a:schemeClr val="dk1"/>
                </a:solidFill>
                <a:latin typeface="Assistant"/>
                <a:ea typeface="Assistant"/>
                <a:cs typeface="Assistant"/>
                <a:sym typeface="Assistant"/>
              </a:defRPr>
            </a:lvl5pPr>
            <a:lvl6pPr marL="2743200" marR="0" lvl="5" indent="-355600" algn="l" rtl="0">
              <a:spcBef>
                <a:spcPts val="400"/>
              </a:spcBef>
              <a:spcAft>
                <a:spcPts val="0"/>
              </a:spcAft>
              <a:buClr>
                <a:schemeClr val="dk1"/>
              </a:buClr>
              <a:buSzPts val="2000"/>
              <a:buFont typeface="Assistant"/>
              <a:buChar char="•"/>
              <a:defRPr sz="2000" i="0" u="none" strike="noStrike" cap="none">
                <a:solidFill>
                  <a:schemeClr val="dk1"/>
                </a:solidFill>
                <a:latin typeface="Assistant"/>
                <a:ea typeface="Assistant"/>
                <a:cs typeface="Assistant"/>
                <a:sym typeface="Assistant"/>
              </a:defRPr>
            </a:lvl6pPr>
            <a:lvl7pPr marL="3200400" marR="0" lvl="6" indent="-355600" algn="l" rtl="0">
              <a:spcBef>
                <a:spcPts val="400"/>
              </a:spcBef>
              <a:spcAft>
                <a:spcPts val="0"/>
              </a:spcAft>
              <a:buClr>
                <a:schemeClr val="dk1"/>
              </a:buClr>
              <a:buSzPts val="2000"/>
              <a:buFont typeface="Assistant"/>
              <a:buChar char="•"/>
              <a:defRPr sz="2000" i="0" u="none" strike="noStrike" cap="none">
                <a:solidFill>
                  <a:schemeClr val="dk1"/>
                </a:solidFill>
                <a:latin typeface="Assistant"/>
                <a:ea typeface="Assistant"/>
                <a:cs typeface="Assistant"/>
                <a:sym typeface="Assistant"/>
              </a:defRPr>
            </a:lvl7pPr>
            <a:lvl8pPr marL="3657600" marR="0" lvl="7" indent="-355600" algn="l" rtl="0">
              <a:spcBef>
                <a:spcPts val="400"/>
              </a:spcBef>
              <a:spcAft>
                <a:spcPts val="0"/>
              </a:spcAft>
              <a:buClr>
                <a:schemeClr val="dk1"/>
              </a:buClr>
              <a:buSzPts val="2000"/>
              <a:buFont typeface="Assistant"/>
              <a:buChar char="•"/>
              <a:defRPr sz="2000" i="0" u="none" strike="noStrike" cap="none">
                <a:solidFill>
                  <a:schemeClr val="dk1"/>
                </a:solidFill>
                <a:latin typeface="Assistant"/>
                <a:ea typeface="Assistant"/>
                <a:cs typeface="Assistant"/>
                <a:sym typeface="Assistant"/>
              </a:defRPr>
            </a:lvl8pPr>
            <a:lvl9pPr marL="4114800" marR="0" lvl="8" indent="-355600" algn="l" rtl="0">
              <a:spcBef>
                <a:spcPts val="400"/>
              </a:spcBef>
              <a:spcAft>
                <a:spcPts val="0"/>
              </a:spcAft>
              <a:buClr>
                <a:schemeClr val="dk1"/>
              </a:buClr>
              <a:buSzPts val="2000"/>
              <a:buFont typeface="Assistant"/>
              <a:buChar char="•"/>
              <a:defRPr sz="2000" i="0" u="none" strike="noStrike" cap="none">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1"/>
          <p:cNvSpPr/>
          <p:nvPr/>
        </p:nvSpPr>
        <p:spPr>
          <a:xfrm>
            <a:off x="12348277" y="6542926"/>
            <a:ext cx="2209038" cy="2718816"/>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a:off x="13500802" y="1268317"/>
            <a:ext cx="3562756" cy="7118115"/>
          </a:xfrm>
          <a:custGeom>
            <a:avLst/>
            <a:gdLst/>
            <a:ahLst/>
            <a:cxnLst/>
            <a:rect l="l" t="t" r="r" b="b"/>
            <a:pathLst>
              <a:path w="3058160" h="6109970" extrusionOk="0">
                <a:moveTo>
                  <a:pt x="3058160" y="6109970"/>
                </a:moveTo>
                <a:lnTo>
                  <a:pt x="0" y="6109970"/>
                </a:lnTo>
                <a:lnTo>
                  <a:pt x="0" y="1527810"/>
                </a:lnTo>
                <a:cubicBezTo>
                  <a:pt x="0" y="684530"/>
                  <a:pt x="684530" y="0"/>
                  <a:pt x="1529080" y="0"/>
                </a:cubicBezTo>
                <a:lnTo>
                  <a:pt x="1529080" y="0"/>
                </a:lnTo>
                <a:cubicBezTo>
                  <a:pt x="2373630" y="0"/>
                  <a:pt x="3058160" y="684530"/>
                  <a:pt x="3058160" y="1529080"/>
                </a:cubicBezTo>
                <a:lnTo>
                  <a:pt x="3058160" y="6109970"/>
                </a:lnTo>
                <a:close/>
              </a:path>
            </a:pathLst>
          </a:custGeom>
          <a:blipFill rotWithShape="1">
            <a:blip r:embed="rId3">
              <a:alphaModFix/>
            </a:blip>
            <a:stretch>
              <a:fillRect l="-64875" r="-134794"/>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p:nvPr/>
        </p:nvSpPr>
        <p:spPr>
          <a:xfrm>
            <a:off x="16467536" y="4562534"/>
            <a:ext cx="1189609" cy="1312672"/>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70" name="Google Shape;70;p11"/>
          <p:cNvSpPr/>
          <p:nvPr/>
        </p:nvSpPr>
        <p:spPr>
          <a:xfrm>
            <a:off x="12192444" y="1120893"/>
            <a:ext cx="1919763" cy="1928368"/>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1"/>
          <p:cNvSpPr/>
          <p:nvPr/>
        </p:nvSpPr>
        <p:spPr>
          <a:xfrm rot="10800000">
            <a:off x="13943448" y="8080058"/>
            <a:ext cx="1548057" cy="1547921"/>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txBox="1">
            <a:spLocks noGrp="1"/>
          </p:cNvSpPr>
          <p:nvPr>
            <p:ph type="ctrTitle"/>
          </p:nvPr>
        </p:nvSpPr>
        <p:spPr>
          <a:xfrm>
            <a:off x="-768626" y="278295"/>
            <a:ext cx="11211339" cy="5406887"/>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7200" u="sng" dirty="0" smtClean="0">
                <a:latin typeface="Times New Roman" panose="02020603050405020304" pitchFamily="18" charset="0"/>
                <a:cs typeface="Times New Roman" panose="02020603050405020304" pitchFamily="18" charset="0"/>
              </a:rPr>
              <a:t>Gra</a:t>
            </a:r>
            <a:r>
              <a:rPr lang="en-US" sz="7200" u="sng" dirty="0" smtClean="0">
                <a:latin typeface="Times New Roman" panose="02020603050405020304" pitchFamily="18" charset="0"/>
                <a:cs typeface="Times New Roman" panose="02020603050405020304" pitchFamily="18" charset="0"/>
              </a:rPr>
              <a:t>ph Based Route Finder</a:t>
            </a:r>
            <a:r>
              <a:rPr lang="en-US" sz="7200" dirty="0" smtClean="0">
                <a:latin typeface="Times New Roman" panose="02020603050405020304" pitchFamily="18" charset="0"/>
                <a:cs typeface="Times New Roman" panose="02020603050405020304" pitchFamily="18" charset="0"/>
              </a:rPr>
              <a:t>(</a:t>
            </a:r>
            <a:r>
              <a:rPr lang="en-US" sz="6600" dirty="0" smtClean="0">
                <a:latin typeface="Times New Roman" panose="02020603050405020304" pitchFamily="18" charset="0"/>
                <a:cs typeface="Times New Roman" panose="02020603050405020304" pitchFamily="18" charset="0"/>
              </a:rPr>
              <a:t>using graph Theory and  shortest path algorithms</a:t>
            </a:r>
            <a:r>
              <a:rPr lang="en-US" sz="7200" dirty="0" smtClean="0">
                <a:latin typeface="Times New Roman" panose="02020603050405020304" pitchFamily="18" charset="0"/>
                <a:cs typeface="Times New Roman" panose="02020603050405020304" pitchFamily="18" charset="0"/>
              </a:rPr>
              <a:t>..)</a:t>
            </a:r>
            <a:endParaRPr sz="72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837043" y="6618119"/>
            <a:ext cx="7076661" cy="2923877"/>
          </a:xfrm>
          <a:prstGeom prst="rect">
            <a:avLst/>
          </a:prstGeom>
          <a:noFill/>
        </p:spPr>
        <p:txBody>
          <a:bodyPr wrap="square" rtlCol="0">
            <a:spAutoFit/>
          </a:bodyPr>
          <a:lstStyle/>
          <a:p>
            <a:r>
              <a:rPr lang="en-US" sz="4000" b="1" dirty="0" smtClean="0">
                <a:latin typeface="Times New Roman" panose="02020603050405020304" pitchFamily="18" charset="0"/>
                <a:ea typeface="Calibri" panose="020F0502020204030204" pitchFamily="34" charset="0"/>
                <a:cs typeface="Times New Roman" panose="02020603050405020304" pitchFamily="18" charset="0"/>
              </a:rPr>
              <a:t>Presented By:</a:t>
            </a:r>
            <a:endParaRPr lang="en-US" dirty="0" smtClean="0"/>
          </a:p>
          <a:p>
            <a:r>
              <a:rPr lang="en-US" sz="3600" b="1" dirty="0" smtClean="0">
                <a:latin typeface="Times New Roman" panose="02020603050405020304" pitchFamily="18" charset="0"/>
                <a:cs typeface="Times New Roman" panose="02020603050405020304" pitchFamily="18" charset="0"/>
              </a:rPr>
              <a:t>Pratiksha O. Tiwari</a:t>
            </a:r>
          </a:p>
          <a:p>
            <a:r>
              <a:rPr lang="en-US" sz="3600" b="1" dirty="0" err="1" smtClean="0">
                <a:latin typeface="Times New Roman" panose="02020603050405020304" pitchFamily="18" charset="0"/>
                <a:cs typeface="Times New Roman" panose="02020603050405020304" pitchFamily="18" charset="0"/>
              </a:rPr>
              <a:t>Priyal</a:t>
            </a:r>
            <a:r>
              <a:rPr lang="en-US" sz="3600" b="1" dirty="0" smtClean="0">
                <a:latin typeface="Times New Roman" panose="02020603050405020304" pitchFamily="18" charset="0"/>
                <a:cs typeface="Times New Roman" panose="02020603050405020304" pitchFamily="18" charset="0"/>
              </a:rPr>
              <a:t> S. </a:t>
            </a:r>
            <a:r>
              <a:rPr lang="en-US" sz="3600" b="1" dirty="0" err="1" smtClean="0">
                <a:latin typeface="Times New Roman" panose="02020603050405020304" pitchFamily="18" charset="0"/>
                <a:cs typeface="Times New Roman" panose="02020603050405020304" pitchFamily="18" charset="0"/>
              </a:rPr>
              <a:t>Kattyappa</a:t>
            </a:r>
            <a:endParaRPr lang="en-US" sz="3600" b="1" dirty="0" smtClean="0">
              <a:latin typeface="Times New Roman" panose="02020603050405020304" pitchFamily="18" charset="0"/>
              <a:cs typeface="Times New Roman" panose="02020603050405020304" pitchFamily="18" charset="0"/>
            </a:endParaRPr>
          </a:p>
          <a:p>
            <a:r>
              <a:rPr lang="en-US" sz="3600" b="1" dirty="0" err="1" smtClean="0">
                <a:latin typeface="Times New Roman" panose="02020603050405020304" pitchFamily="18" charset="0"/>
                <a:cs typeface="Times New Roman" panose="02020603050405020304" pitchFamily="18" charset="0"/>
              </a:rPr>
              <a:t>Sanjana</a:t>
            </a:r>
            <a:r>
              <a:rPr lang="en-US" sz="3600" b="1" dirty="0" smtClean="0">
                <a:latin typeface="Times New Roman" panose="02020603050405020304" pitchFamily="18" charset="0"/>
                <a:cs typeface="Times New Roman" panose="02020603050405020304" pitchFamily="18" charset="0"/>
              </a:rPr>
              <a:t> V. </a:t>
            </a:r>
            <a:r>
              <a:rPr lang="en-US" sz="3600" b="1" dirty="0" err="1" smtClean="0">
                <a:latin typeface="Times New Roman" panose="02020603050405020304" pitchFamily="18" charset="0"/>
                <a:cs typeface="Times New Roman" panose="02020603050405020304" pitchFamily="18" charset="0"/>
              </a:rPr>
              <a:t>Upase</a:t>
            </a:r>
            <a:endParaRPr lang="en-US" sz="3600" b="1" dirty="0" smtClean="0">
              <a:latin typeface="Times New Roman" panose="02020603050405020304" pitchFamily="18" charset="0"/>
              <a:cs typeface="Times New Roman" panose="02020603050405020304" pitchFamily="18" charset="0"/>
            </a:endParaRPr>
          </a:p>
          <a:p>
            <a:r>
              <a:rPr lang="en-US" sz="3600" b="1" dirty="0" err="1" smtClean="0">
                <a:latin typeface="Times New Roman" panose="02020603050405020304" pitchFamily="18" charset="0"/>
                <a:cs typeface="Times New Roman" panose="02020603050405020304" pitchFamily="18" charset="0"/>
              </a:rPr>
              <a:t>Rucha</a:t>
            </a:r>
            <a:r>
              <a:rPr lang="en-US" sz="3600" b="1" dirty="0" smtClean="0">
                <a:latin typeface="Times New Roman" panose="02020603050405020304" pitchFamily="18" charset="0"/>
                <a:cs typeface="Times New Roman" panose="02020603050405020304" pitchFamily="18" charset="0"/>
              </a:rPr>
              <a:t> A. </a:t>
            </a:r>
            <a:r>
              <a:rPr lang="en-US" sz="3600" b="1" dirty="0" err="1" smtClean="0">
                <a:latin typeface="Times New Roman" panose="02020603050405020304" pitchFamily="18" charset="0"/>
                <a:cs typeface="Times New Roman" panose="02020603050405020304" pitchFamily="18" charset="0"/>
              </a:rPr>
              <a:t>Sangaonkar</a:t>
            </a:r>
            <a:endParaRPr lang="en-IN"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BB8BE"/>
        </a:solidFill>
        <a:effectLst/>
      </p:bgPr>
    </p:bg>
    <p:spTree>
      <p:nvGrpSpPr>
        <p:cNvPr id="1" name="Shape 76"/>
        <p:cNvGrpSpPr/>
        <p:nvPr/>
      </p:nvGrpSpPr>
      <p:grpSpPr>
        <a:xfrm>
          <a:off x="0" y="0"/>
          <a:ext cx="0" cy="0"/>
          <a:chOff x="0" y="0"/>
          <a:chExt cx="0" cy="0"/>
        </a:xfrm>
      </p:grpSpPr>
      <p:sp>
        <p:nvSpPr>
          <p:cNvPr id="77" name="Google Shape;77;p12"/>
          <p:cNvSpPr/>
          <p:nvPr/>
        </p:nvSpPr>
        <p:spPr>
          <a:xfrm>
            <a:off x="0" y="4098925"/>
            <a:ext cx="18288000" cy="6010275"/>
          </a:xfrm>
          <a:custGeom>
            <a:avLst/>
            <a:gdLst/>
            <a:ahLst/>
            <a:cxnLst/>
            <a:rect l="l" t="t" r="r" b="b"/>
            <a:pathLst>
              <a:path w="8971816" h="2948550" extrusionOk="0">
                <a:moveTo>
                  <a:pt x="0" y="0"/>
                </a:moveTo>
                <a:lnTo>
                  <a:pt x="8971816" y="0"/>
                </a:lnTo>
                <a:lnTo>
                  <a:pt x="8971816" y="2948550"/>
                </a:lnTo>
                <a:lnTo>
                  <a:pt x="0" y="2948550"/>
                </a:lnTo>
                <a:close/>
              </a:path>
            </a:pathLst>
          </a:custGeom>
          <a:solidFill>
            <a:srgbClr val="FFFFFF"/>
          </a:solidFill>
          <a:ln>
            <a:noFill/>
          </a:ln>
        </p:spPr>
      </p:sp>
      <p:sp>
        <p:nvSpPr>
          <p:cNvPr id="80" name="Google Shape;80;p12"/>
          <p:cNvSpPr txBox="1"/>
          <p:nvPr/>
        </p:nvSpPr>
        <p:spPr>
          <a:xfrm>
            <a:off x="1028700" y="1019174"/>
            <a:ext cx="7327900" cy="1354217"/>
          </a:xfrm>
          <a:prstGeom prst="rect">
            <a:avLst/>
          </a:prstGeom>
          <a:noFill/>
          <a:ln>
            <a:noFill/>
          </a:ln>
        </p:spPr>
        <p:txBody>
          <a:bodyPr spcFirstLastPara="1" wrap="square" lIns="0" tIns="0" rIns="0" bIns="0" anchor="t" anchorCtr="0">
            <a:spAutoFit/>
          </a:bodyPr>
          <a:lstStyle/>
          <a:p>
            <a:pPr marR="0" lvl="0" algn="l" rtl="0">
              <a:lnSpc>
                <a:spcPct val="100000"/>
              </a:lnSpc>
              <a:spcBef>
                <a:spcPts val="0"/>
              </a:spcBef>
              <a:spcAft>
                <a:spcPts val="0"/>
              </a:spcAft>
              <a:buNone/>
            </a:pPr>
            <a:r>
              <a:rPr lang="en-US" sz="8800" b="1" dirty="0" smtClean="0">
                <a:solidFill>
                  <a:schemeClr val="bg1">
                    <a:lumMod val="95000"/>
                  </a:schemeClr>
                </a:solidFill>
                <a:latin typeface="Times New Roman" panose="02020603050405020304" pitchFamily="18" charset="0"/>
                <a:cs typeface="Times New Roman" panose="02020603050405020304" pitchFamily="18" charset="0"/>
              </a:rPr>
              <a:t>Introduction</a:t>
            </a:r>
            <a:endParaRPr sz="8800" b="1" dirty="0">
              <a:solidFill>
                <a:schemeClr val="bg1">
                  <a:lumMod val="95000"/>
                </a:schemeClr>
              </a:solidFill>
              <a:latin typeface="Times New Roman" panose="02020603050405020304" pitchFamily="18" charset="0"/>
              <a:cs typeface="Times New Roman" panose="02020603050405020304" pitchFamily="18" charset="0"/>
            </a:endParaRPr>
          </a:p>
        </p:txBody>
      </p:sp>
      <p:grpSp>
        <p:nvGrpSpPr>
          <p:cNvPr id="87" name="Google Shape;87;p12"/>
          <p:cNvGrpSpPr/>
          <p:nvPr/>
        </p:nvGrpSpPr>
        <p:grpSpPr>
          <a:xfrm>
            <a:off x="13879516" y="858646"/>
            <a:ext cx="1066856" cy="1313054"/>
            <a:chOff x="0" y="0"/>
            <a:chExt cx="660400" cy="812800"/>
          </a:xfrm>
        </p:grpSpPr>
        <p:sp>
          <p:nvSpPr>
            <p:cNvPr id="88" name="Google Shape;88;p12"/>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2"/>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0" name="Google Shape;90;p12"/>
          <p:cNvGrpSpPr/>
          <p:nvPr/>
        </p:nvGrpSpPr>
        <p:grpSpPr>
          <a:xfrm>
            <a:off x="13858670" y="2275929"/>
            <a:ext cx="1108547" cy="1323568"/>
            <a:chOff x="0" y="-66675"/>
            <a:chExt cx="736600" cy="879475"/>
          </a:xfrm>
        </p:grpSpPr>
        <p:sp>
          <p:nvSpPr>
            <p:cNvPr id="91" name="Google Shape;91;p12"/>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92" name="Google Shape;92;p12"/>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 name="Google Shape;93;p12"/>
          <p:cNvGrpSpPr/>
          <p:nvPr/>
        </p:nvGrpSpPr>
        <p:grpSpPr>
          <a:xfrm>
            <a:off x="15167618" y="900647"/>
            <a:ext cx="1299117" cy="1304940"/>
            <a:chOff x="1813" y="0"/>
            <a:chExt cx="809173" cy="812800"/>
          </a:xfrm>
        </p:grpSpPr>
        <p:sp>
          <p:nvSpPr>
            <p:cNvPr id="94" name="Google Shape;94;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2"/>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6" name="Google Shape;96;p12"/>
          <p:cNvSpPr/>
          <p:nvPr/>
        </p:nvSpPr>
        <p:spPr>
          <a:xfrm rot="10779982">
            <a:off x="15243751" y="2377499"/>
            <a:ext cx="1305003" cy="130488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p:cNvSpPr txBox="1"/>
          <p:nvPr/>
        </p:nvSpPr>
        <p:spPr>
          <a:xfrm>
            <a:off x="1028700" y="4376732"/>
            <a:ext cx="16116300" cy="5262979"/>
          </a:xfrm>
          <a:prstGeom prst="rect">
            <a:avLst/>
          </a:prstGeom>
          <a:noFill/>
        </p:spPr>
        <p:txBody>
          <a:bodyPr wrap="square" rtlCol="0">
            <a:spAutoFit/>
          </a:bodyPr>
          <a:lstStyle/>
          <a:p>
            <a:pPr>
              <a:lnSpc>
                <a:spcPct val="150000"/>
              </a:lnSpc>
            </a:pPr>
            <a:r>
              <a:rPr lang="en-US" sz="3200" dirty="0">
                <a:latin typeface="Times New Roman" panose="02020603050405020304" pitchFamily="18" charset="0"/>
                <a:cs typeface="Times New Roman" panose="02020603050405020304" pitchFamily="18" charset="0"/>
              </a:rPr>
              <a:t>Route finding is a common real-world </a:t>
            </a:r>
            <a:r>
              <a:rPr lang="en-US" sz="3200" dirty="0" smtClean="0">
                <a:latin typeface="Times New Roman" panose="02020603050405020304" pitchFamily="18" charset="0"/>
                <a:cs typeface="Times New Roman" panose="02020603050405020304" pitchFamily="18" charset="0"/>
              </a:rPr>
              <a:t>problem Used </a:t>
            </a:r>
            <a:r>
              <a:rPr lang="en-US" sz="3200" dirty="0">
                <a:latin typeface="Times New Roman" panose="02020603050405020304" pitchFamily="18" charset="0"/>
                <a:cs typeface="Times New Roman" panose="02020603050405020304" pitchFamily="18" charset="0"/>
              </a:rPr>
              <a:t>in navigation and map </a:t>
            </a:r>
            <a:r>
              <a:rPr lang="en-US" sz="3200" dirty="0" smtClean="0">
                <a:latin typeface="Times New Roman" panose="02020603050405020304" pitchFamily="18" charset="0"/>
                <a:cs typeface="Times New Roman" panose="02020603050405020304" pitchFamily="18" charset="0"/>
              </a:rPr>
              <a:t>systems. This </a:t>
            </a:r>
            <a:r>
              <a:rPr lang="en-US" sz="3200" dirty="0">
                <a:latin typeface="Times New Roman" panose="02020603050405020304" pitchFamily="18" charset="0"/>
                <a:cs typeface="Times New Roman" panose="02020603050405020304" pitchFamily="18" charset="0"/>
              </a:rPr>
              <a:t>project finds the shortest path between two </a:t>
            </a:r>
            <a:r>
              <a:rPr lang="en-US" sz="3200" dirty="0" smtClean="0">
                <a:latin typeface="Times New Roman" panose="02020603050405020304" pitchFamily="18" charset="0"/>
                <a:cs typeface="Times New Roman" panose="02020603050405020304" pitchFamily="18" charset="0"/>
              </a:rPr>
              <a:t>locations Implemented </a:t>
            </a:r>
            <a:r>
              <a:rPr lang="en-US" sz="3200" dirty="0">
                <a:latin typeface="Times New Roman" panose="02020603050405020304" pitchFamily="18" charset="0"/>
                <a:cs typeface="Times New Roman" panose="02020603050405020304" pitchFamily="18" charset="0"/>
              </a:rPr>
              <a:t>using C++ programming </a:t>
            </a:r>
            <a:r>
              <a:rPr lang="en-US" sz="3200" dirty="0" smtClean="0">
                <a:latin typeface="Times New Roman" panose="02020603050405020304" pitchFamily="18" charset="0"/>
                <a:cs typeface="Times New Roman" panose="02020603050405020304" pitchFamily="18" charset="0"/>
              </a:rPr>
              <a:t>language Uses </a:t>
            </a:r>
            <a:r>
              <a:rPr lang="en-US" sz="3200" dirty="0">
                <a:latin typeface="Times New Roman" panose="02020603050405020304" pitchFamily="18" charset="0"/>
                <a:cs typeface="Times New Roman" panose="02020603050405020304" pitchFamily="18" charset="0"/>
              </a:rPr>
              <a:t>graph theory </a:t>
            </a:r>
            <a:r>
              <a:rPr lang="en-US" sz="3200" dirty="0" smtClean="0">
                <a:latin typeface="Times New Roman" panose="02020603050405020304" pitchFamily="18" charset="0"/>
                <a:cs typeface="Times New Roman" panose="02020603050405020304" pitchFamily="18" charset="0"/>
              </a:rPr>
              <a:t>concepts Emphasizes </a:t>
            </a:r>
            <a:r>
              <a:rPr lang="en-US" sz="3200" dirty="0">
                <a:latin typeface="Times New Roman" panose="02020603050405020304" pitchFamily="18" charset="0"/>
                <a:cs typeface="Times New Roman" panose="02020603050405020304" pitchFamily="18" charset="0"/>
              </a:rPr>
              <a:t>algorithmic </a:t>
            </a:r>
            <a:r>
              <a:rPr lang="en-US" sz="3200" dirty="0" smtClean="0">
                <a:latin typeface="Times New Roman" panose="02020603050405020304" pitchFamily="18" charset="0"/>
                <a:cs typeface="Times New Roman" panose="02020603050405020304" pitchFamily="18" charset="0"/>
              </a:rPr>
              <a:t>efficiency.</a:t>
            </a:r>
          </a:p>
          <a:p>
            <a:pPr>
              <a:lnSpc>
                <a:spcPct val="150000"/>
              </a:lnSpc>
            </a:pPr>
            <a:r>
              <a:rPr lang="en-US" sz="3200" dirty="0">
                <a:latin typeface="Times New Roman" panose="02020603050405020304" pitchFamily="18" charset="0"/>
                <a:cs typeface="Times New Roman" panose="02020603050405020304" pitchFamily="18" charset="0"/>
              </a:rPr>
              <a:t>Route finder systems use graph theory to solve real-world navigation problems. Every location is treated as a node, and every connecting road is an edge with an associated cost like distance or time. By analyzing the graph, the system identifies the best possible route for the user. This technology is commonly used in Google Maps, delivery apps, and traffic management systems.</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16AE8"/>
        </a:solidFill>
        <a:effectLst/>
      </p:bgPr>
    </p:bg>
    <p:spTree>
      <p:nvGrpSpPr>
        <p:cNvPr id="1" name="Shape 103"/>
        <p:cNvGrpSpPr/>
        <p:nvPr/>
      </p:nvGrpSpPr>
      <p:grpSpPr>
        <a:xfrm>
          <a:off x="0" y="0"/>
          <a:ext cx="0" cy="0"/>
          <a:chOff x="0" y="0"/>
          <a:chExt cx="0" cy="0"/>
        </a:xfrm>
      </p:grpSpPr>
      <p:sp>
        <p:nvSpPr>
          <p:cNvPr id="105" name="Google Shape;105;p13"/>
          <p:cNvSpPr txBox="1"/>
          <p:nvPr/>
        </p:nvSpPr>
        <p:spPr>
          <a:xfrm>
            <a:off x="6428760" y="1174087"/>
            <a:ext cx="8986185" cy="1329595"/>
          </a:xfrm>
          <a:prstGeom prst="rect">
            <a:avLst/>
          </a:prstGeom>
          <a:noFill/>
          <a:ln>
            <a:noFill/>
          </a:ln>
        </p:spPr>
        <p:txBody>
          <a:bodyPr spcFirstLastPara="1" wrap="square" lIns="0" tIns="0" rIns="0" bIns="0" anchor="t" anchorCtr="0">
            <a:spAutoFit/>
          </a:bodyPr>
          <a:lstStyle/>
          <a:p>
            <a:pPr lvl="0">
              <a:lnSpc>
                <a:spcPct val="120000"/>
              </a:lnSpc>
            </a:pPr>
            <a:r>
              <a:rPr lang="en-IN" sz="7200" b="1" dirty="0">
                <a:solidFill>
                  <a:schemeClr val="bg1"/>
                </a:solidFill>
                <a:latin typeface="Times New Roman" panose="02020603050405020304" pitchFamily="18" charset="0"/>
                <a:cs typeface="Times New Roman" panose="02020603050405020304" pitchFamily="18" charset="0"/>
              </a:rPr>
              <a:t>Problem Statement</a:t>
            </a:r>
            <a:endParaRPr sz="7200" b="1" dirty="0">
              <a:solidFill>
                <a:schemeClr val="bg1"/>
              </a:solidFill>
              <a:latin typeface="Times New Roman" panose="02020603050405020304" pitchFamily="18" charset="0"/>
              <a:cs typeface="Times New Roman" panose="02020603050405020304" pitchFamily="18" charset="0"/>
            </a:endParaRPr>
          </a:p>
        </p:txBody>
      </p:sp>
      <p:grpSp>
        <p:nvGrpSpPr>
          <p:cNvPr id="106" name="Google Shape;106;p13"/>
          <p:cNvGrpSpPr/>
          <p:nvPr/>
        </p:nvGrpSpPr>
        <p:grpSpPr>
          <a:xfrm>
            <a:off x="5952698" y="7772336"/>
            <a:ext cx="7698139" cy="1954599"/>
            <a:chOff x="0" y="-215291"/>
            <a:chExt cx="10264185" cy="2606133"/>
          </a:xfrm>
        </p:grpSpPr>
        <p:grpSp>
          <p:nvGrpSpPr>
            <p:cNvPr id="107" name="Google Shape;107;p13"/>
            <p:cNvGrpSpPr/>
            <p:nvPr/>
          </p:nvGrpSpPr>
          <p:grpSpPr>
            <a:xfrm>
              <a:off x="0" y="31960"/>
              <a:ext cx="1916592" cy="2358882"/>
              <a:chOff x="0" y="0"/>
              <a:chExt cx="660400" cy="812800"/>
            </a:xfrm>
          </p:grpSpPr>
          <p:sp>
            <p:nvSpPr>
              <p:cNvPr id="108" name="Google Shape;108;p13"/>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txBox="1"/>
              <p:nvPr/>
            </p:nvSpPr>
            <p:spPr>
              <a:xfrm>
                <a:off x="0" y="41275"/>
                <a:ext cx="660400" cy="771525"/>
              </a:xfrm>
              <a:prstGeom prst="rect">
                <a:avLst/>
              </a:prstGeom>
              <a:noFill/>
              <a:ln>
                <a:noFill/>
              </a:ln>
            </p:spPr>
            <p:txBody>
              <a:bodyPr spcFirstLastPara="1" wrap="square" lIns="50800" tIns="50800" rIns="50800" bIns="50800" anchor="ctr" anchorCtr="0">
                <a:noAutofit/>
              </a:bodyPr>
              <a:lstStyle/>
              <a:p>
                <a:pPr marL="0" marR="0" lvl="0" indent="0" algn="ctr" rtl="0">
                  <a:lnSpc>
                    <a:spcPct val="23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13"/>
            <p:cNvGrpSpPr/>
            <p:nvPr/>
          </p:nvGrpSpPr>
          <p:grpSpPr>
            <a:xfrm>
              <a:off x="5253336" y="-215291"/>
              <a:ext cx="2124528" cy="2591558"/>
              <a:chOff x="0" y="-85725"/>
              <a:chExt cx="736600" cy="898525"/>
            </a:xfrm>
          </p:grpSpPr>
          <p:sp>
            <p:nvSpPr>
              <p:cNvPr id="111" name="Google Shape;111;p13"/>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112" name="Google Shape;112;p13"/>
              <p:cNvSpPr txBox="1"/>
              <p:nvPr/>
            </p:nvSpPr>
            <p:spPr>
              <a:xfrm>
                <a:off x="0" y="-85725"/>
                <a:ext cx="736600" cy="771525"/>
              </a:xfrm>
              <a:prstGeom prst="rect">
                <a:avLst/>
              </a:prstGeom>
              <a:noFill/>
              <a:ln>
                <a:noFill/>
              </a:ln>
            </p:spPr>
            <p:txBody>
              <a:bodyPr spcFirstLastPara="1" wrap="square" lIns="50800" tIns="50800" rIns="50800" bIns="50800" anchor="ctr" anchorCtr="0">
                <a:noAutofit/>
              </a:bodyPr>
              <a:lstStyle/>
              <a:p>
                <a:pPr marL="0" marR="0" lvl="0" indent="0" algn="ctr" rtl="0">
                  <a:lnSpc>
                    <a:spcPct val="23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3" name="Google Shape;113;p13"/>
            <p:cNvGrpSpPr/>
            <p:nvPr/>
          </p:nvGrpSpPr>
          <p:grpSpPr>
            <a:xfrm>
              <a:off x="2418039" y="4488"/>
              <a:ext cx="2333846" cy="2371779"/>
              <a:chOff x="1813" y="-9525"/>
              <a:chExt cx="809173" cy="822325"/>
            </a:xfrm>
          </p:grpSpPr>
          <p:sp>
            <p:nvSpPr>
              <p:cNvPr id="114" name="Google Shape;114;p1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txBox="1"/>
              <p:nvPr/>
            </p:nvSpPr>
            <p:spPr>
              <a:xfrm>
                <a:off x="76200" y="-9525"/>
                <a:ext cx="660400" cy="746125"/>
              </a:xfrm>
              <a:prstGeom prst="rect">
                <a:avLst/>
              </a:prstGeom>
              <a:noFill/>
              <a:ln>
                <a:noFill/>
              </a:ln>
            </p:spPr>
            <p:txBody>
              <a:bodyPr spcFirstLastPara="1" wrap="square" lIns="50800" tIns="50800" rIns="50800" bIns="50800" anchor="ctr" anchorCtr="0">
                <a:noAutofit/>
              </a:bodyPr>
              <a:lstStyle/>
              <a:p>
                <a:pPr marL="0" marR="0" lvl="0" indent="0" algn="ctr" rtl="0">
                  <a:lnSpc>
                    <a:spcPct val="23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6" name="Google Shape;116;p13"/>
            <p:cNvSpPr/>
            <p:nvPr/>
          </p:nvSpPr>
          <p:spPr>
            <a:xfrm rot="10779982">
              <a:off x="7880981" y="7107"/>
              <a:ext cx="2376307" cy="237609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p:cNvSpPr txBox="1"/>
          <p:nvPr/>
        </p:nvSpPr>
        <p:spPr>
          <a:xfrm>
            <a:off x="6184900" y="2813608"/>
            <a:ext cx="7708900" cy="4524315"/>
          </a:xfrm>
          <a:prstGeom prst="rect">
            <a:avLst/>
          </a:prstGeom>
          <a:noFill/>
        </p:spPr>
        <p:txBody>
          <a:bodyPr wrap="square" rtlCol="0">
            <a:spAutoFit/>
          </a:bodyPr>
          <a:lstStyle/>
          <a:p>
            <a:pPr algn="just">
              <a:lnSpc>
                <a:spcPct val="150000"/>
              </a:lnSpc>
            </a:pPr>
            <a:r>
              <a:rPr lang="en-US" sz="3200" dirty="0">
                <a:latin typeface="Times New Roman" panose="02020603050405020304" pitchFamily="18" charset="0"/>
                <a:cs typeface="Times New Roman" panose="02020603050405020304" pitchFamily="18" charset="0"/>
              </a:rPr>
              <a:t>To find the shortest route between source and </a:t>
            </a:r>
            <a:r>
              <a:rPr lang="en-US" sz="3200" dirty="0" smtClean="0">
                <a:latin typeface="Times New Roman" panose="02020603050405020304" pitchFamily="18" charset="0"/>
                <a:cs typeface="Times New Roman" panose="02020603050405020304" pitchFamily="18" charset="0"/>
              </a:rPr>
              <a:t>destination Locations </a:t>
            </a:r>
            <a:r>
              <a:rPr lang="en-US" sz="3200" dirty="0">
                <a:latin typeface="Times New Roman" panose="02020603050405020304" pitchFamily="18" charset="0"/>
                <a:cs typeface="Times New Roman" panose="02020603050405020304" pitchFamily="18" charset="0"/>
              </a:rPr>
              <a:t>are represented as </a:t>
            </a:r>
            <a:r>
              <a:rPr lang="en-US" sz="3200" dirty="0" smtClean="0">
                <a:latin typeface="Times New Roman" panose="02020603050405020304" pitchFamily="18" charset="0"/>
                <a:cs typeface="Times New Roman" panose="02020603050405020304" pitchFamily="18" charset="0"/>
              </a:rPr>
              <a:t>nodes Routes </a:t>
            </a:r>
            <a:r>
              <a:rPr lang="en-US" sz="3200" dirty="0">
                <a:latin typeface="Times New Roman" panose="02020603050405020304" pitchFamily="18" charset="0"/>
                <a:cs typeface="Times New Roman" panose="02020603050405020304" pitchFamily="18" charset="0"/>
              </a:rPr>
              <a:t>are represented as </a:t>
            </a:r>
            <a:r>
              <a:rPr lang="en-US" sz="3200" dirty="0" smtClean="0">
                <a:latin typeface="Times New Roman" panose="02020603050405020304" pitchFamily="18" charset="0"/>
                <a:cs typeface="Times New Roman" panose="02020603050405020304" pitchFamily="18" charset="0"/>
              </a:rPr>
              <a:t>edges Each </a:t>
            </a:r>
            <a:r>
              <a:rPr lang="en-US" sz="3200" dirty="0">
                <a:latin typeface="Times New Roman" panose="02020603050405020304" pitchFamily="18" charset="0"/>
                <a:cs typeface="Times New Roman" panose="02020603050405020304" pitchFamily="18" charset="0"/>
              </a:rPr>
              <a:t>edge has a distance or </a:t>
            </a:r>
            <a:r>
              <a:rPr lang="en-US" sz="3200" dirty="0" smtClean="0">
                <a:latin typeface="Times New Roman" panose="02020603050405020304" pitchFamily="18" charset="0"/>
                <a:cs typeface="Times New Roman" panose="02020603050405020304" pitchFamily="18" charset="0"/>
              </a:rPr>
              <a:t>cost Manual </a:t>
            </a:r>
            <a:r>
              <a:rPr lang="en-US" sz="3200" dirty="0">
                <a:latin typeface="Times New Roman" panose="02020603050405020304" pitchFamily="18" charset="0"/>
                <a:cs typeface="Times New Roman" panose="02020603050405020304" pitchFamily="18" charset="0"/>
              </a:rPr>
              <a:t>route calculation is </a:t>
            </a:r>
            <a:r>
              <a:rPr lang="en-US" sz="3200" dirty="0" smtClean="0">
                <a:latin typeface="Times New Roman" panose="02020603050405020304" pitchFamily="18" charset="0"/>
                <a:cs typeface="Times New Roman" panose="02020603050405020304" pitchFamily="18" charset="0"/>
              </a:rPr>
              <a:t>inefficient Need </a:t>
            </a:r>
            <a:r>
              <a:rPr lang="en-US" sz="3200" dirty="0">
                <a:latin typeface="Times New Roman" panose="02020603050405020304" pitchFamily="18" charset="0"/>
                <a:cs typeface="Times New Roman" panose="02020603050405020304" pitchFamily="18" charset="0"/>
              </a:rPr>
              <a:t>for an automated solution</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4"/>
          <p:cNvSpPr txBox="1">
            <a:spLocks noGrp="1"/>
          </p:cNvSpPr>
          <p:nvPr>
            <p:ph type="title"/>
          </p:nvPr>
        </p:nvSpPr>
        <p:spPr>
          <a:xfrm>
            <a:off x="1010174" y="764650"/>
            <a:ext cx="10762725" cy="887178"/>
          </a:xfrm>
          <a:prstGeom prst="rect">
            <a:avLst/>
          </a:prstGeom>
        </p:spPr>
        <p:txBody>
          <a:bodyPr spcFirstLastPara="1" wrap="square" lIns="91425" tIns="45700" rIns="91425" bIns="45700" anchor="ctr" anchorCtr="0">
            <a:noAutofit/>
          </a:bodyPr>
          <a:lstStyle/>
          <a:p>
            <a:pPr lvl="0" algn="l">
              <a:lnSpc>
                <a:spcPct val="120000"/>
              </a:lnSpc>
            </a:pPr>
            <a:r>
              <a:rPr lang="en-IN" dirty="0">
                <a:latin typeface="Times New Roman" panose="02020603050405020304" pitchFamily="18" charset="0"/>
                <a:cs typeface="Times New Roman" panose="02020603050405020304" pitchFamily="18" charset="0"/>
              </a:rPr>
              <a:t>Graph Representation</a:t>
            </a:r>
            <a:endParaRPr dirty="0">
              <a:latin typeface="Times New Roman" panose="02020603050405020304" pitchFamily="18" charset="0"/>
              <a:cs typeface="Times New Roman" panose="02020603050405020304" pitchFamily="18" charset="0"/>
            </a:endParaRPr>
          </a:p>
        </p:txBody>
      </p:sp>
      <p:pic>
        <p:nvPicPr>
          <p:cNvPr id="131" name="Google Shape;131;p14"/>
          <p:cNvPicPr preferRelativeResize="0"/>
          <p:nvPr/>
        </p:nvPicPr>
        <p:blipFill rotWithShape="1">
          <a:blip r:embed="rId3">
            <a:alphaModFix/>
          </a:blip>
          <a:srcRect/>
          <a:stretch/>
        </p:blipFill>
        <p:spPr>
          <a:xfrm>
            <a:off x="1102296" y="6027074"/>
            <a:ext cx="3737441" cy="1868720"/>
          </a:xfrm>
          <a:prstGeom prst="rect">
            <a:avLst/>
          </a:prstGeom>
          <a:noFill/>
          <a:ln>
            <a:noFill/>
          </a:ln>
        </p:spPr>
      </p:pic>
      <p:pic>
        <p:nvPicPr>
          <p:cNvPr id="132" name="Google Shape;132;p14"/>
          <p:cNvPicPr preferRelativeResize="0"/>
          <p:nvPr/>
        </p:nvPicPr>
        <p:blipFill rotWithShape="1">
          <a:blip r:embed="rId4">
            <a:alphaModFix/>
          </a:blip>
          <a:srcRect/>
          <a:stretch/>
        </p:blipFill>
        <p:spPr>
          <a:xfrm rot="10783164">
            <a:off x="4280392" y="4168848"/>
            <a:ext cx="3737441" cy="1868720"/>
          </a:xfrm>
          <a:prstGeom prst="rect">
            <a:avLst/>
          </a:prstGeom>
          <a:noFill/>
          <a:ln>
            <a:noFill/>
          </a:ln>
        </p:spPr>
      </p:pic>
      <p:pic>
        <p:nvPicPr>
          <p:cNvPr id="133" name="Google Shape;133;p14"/>
          <p:cNvPicPr preferRelativeResize="0"/>
          <p:nvPr/>
        </p:nvPicPr>
        <p:blipFill rotWithShape="1">
          <a:blip r:embed="rId3">
            <a:alphaModFix/>
          </a:blip>
          <a:srcRect/>
          <a:stretch/>
        </p:blipFill>
        <p:spPr>
          <a:xfrm>
            <a:off x="7450765" y="6017549"/>
            <a:ext cx="3737441" cy="1868720"/>
          </a:xfrm>
          <a:prstGeom prst="rect">
            <a:avLst/>
          </a:prstGeom>
          <a:noFill/>
          <a:ln>
            <a:noFill/>
          </a:ln>
        </p:spPr>
      </p:pic>
      <p:pic>
        <p:nvPicPr>
          <p:cNvPr id="134" name="Google Shape;134;p14"/>
          <p:cNvPicPr preferRelativeResize="0"/>
          <p:nvPr/>
        </p:nvPicPr>
        <p:blipFill rotWithShape="1">
          <a:blip r:embed="rId4">
            <a:alphaModFix/>
          </a:blip>
          <a:srcRect/>
          <a:stretch/>
        </p:blipFill>
        <p:spPr>
          <a:xfrm rot="10783164">
            <a:off x="10628861" y="4168848"/>
            <a:ext cx="3737441" cy="1868720"/>
          </a:xfrm>
          <a:prstGeom prst="rect">
            <a:avLst/>
          </a:prstGeom>
          <a:noFill/>
          <a:ln>
            <a:noFill/>
          </a:ln>
        </p:spPr>
      </p:pic>
      <p:pic>
        <p:nvPicPr>
          <p:cNvPr id="135" name="Google Shape;135;p14"/>
          <p:cNvPicPr preferRelativeResize="0"/>
          <p:nvPr/>
        </p:nvPicPr>
        <p:blipFill rotWithShape="1">
          <a:blip r:embed="rId3">
            <a:alphaModFix/>
          </a:blip>
          <a:srcRect/>
          <a:stretch/>
        </p:blipFill>
        <p:spPr>
          <a:xfrm>
            <a:off x="13808780" y="6008024"/>
            <a:ext cx="3737441" cy="1868720"/>
          </a:xfrm>
          <a:prstGeom prst="rect">
            <a:avLst/>
          </a:prstGeom>
          <a:noFill/>
          <a:ln>
            <a:noFill/>
          </a:ln>
        </p:spPr>
      </p:pic>
      <p:grpSp>
        <p:nvGrpSpPr>
          <p:cNvPr id="136" name="Google Shape;136;p14"/>
          <p:cNvGrpSpPr/>
          <p:nvPr/>
        </p:nvGrpSpPr>
        <p:grpSpPr>
          <a:xfrm>
            <a:off x="8815676" y="6879913"/>
            <a:ext cx="1067769" cy="1314178"/>
            <a:chOff x="0" y="0"/>
            <a:chExt cx="660400" cy="812800"/>
          </a:xfrm>
        </p:grpSpPr>
        <p:sp>
          <p:nvSpPr>
            <p:cNvPr id="137" name="Google Shape;137;p14"/>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4"/>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9" name="Google Shape;139;p14"/>
          <p:cNvGrpSpPr/>
          <p:nvPr/>
        </p:nvGrpSpPr>
        <p:grpSpPr>
          <a:xfrm>
            <a:off x="2380366" y="6780895"/>
            <a:ext cx="1183615" cy="1413196"/>
            <a:chOff x="0" y="-66675"/>
            <a:chExt cx="736600" cy="879475"/>
          </a:xfrm>
        </p:grpSpPr>
        <p:sp>
          <p:nvSpPr>
            <p:cNvPr id="140" name="Google Shape;140;p14"/>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141" name="Google Shape;141;p14"/>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2" name="Google Shape;142;p14"/>
          <p:cNvGrpSpPr/>
          <p:nvPr/>
        </p:nvGrpSpPr>
        <p:grpSpPr>
          <a:xfrm>
            <a:off x="5474996" y="3821164"/>
            <a:ext cx="1300230" cy="1306058"/>
            <a:chOff x="1813" y="0"/>
            <a:chExt cx="809173" cy="812800"/>
          </a:xfrm>
        </p:grpSpPr>
        <p:sp>
          <p:nvSpPr>
            <p:cNvPr id="143" name="Google Shape;143;p1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4"/>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5" name="Google Shape;145;p14"/>
          <p:cNvSpPr/>
          <p:nvPr/>
        </p:nvSpPr>
        <p:spPr>
          <a:xfrm rot="10779982">
            <a:off x="11969823" y="3900420"/>
            <a:ext cx="1323885" cy="132376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 name="Google Shape;146;p14"/>
          <p:cNvGrpSpPr/>
          <p:nvPr/>
        </p:nvGrpSpPr>
        <p:grpSpPr>
          <a:xfrm>
            <a:off x="15161430" y="6702301"/>
            <a:ext cx="1183615" cy="1413196"/>
            <a:chOff x="0" y="-66675"/>
            <a:chExt cx="736600" cy="879475"/>
          </a:xfrm>
        </p:grpSpPr>
        <p:sp>
          <p:nvSpPr>
            <p:cNvPr id="147" name="Google Shape;147;p14"/>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148" name="Google Shape;148;p14"/>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14"/>
          <p:cNvSpPr txBox="1"/>
          <p:nvPr/>
        </p:nvSpPr>
        <p:spPr>
          <a:xfrm>
            <a:off x="1298579" y="4575091"/>
            <a:ext cx="3103112" cy="4154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dirty="0" smtClean="0">
                <a:solidFill>
                  <a:srgbClr val="000000"/>
                </a:solidFill>
                <a:latin typeface="Assistant"/>
                <a:ea typeface="Assistant"/>
                <a:cs typeface="Assistant"/>
                <a:sym typeface="Assistant"/>
              </a:rPr>
              <a:t>. </a:t>
            </a:r>
            <a:endParaRPr dirty="0"/>
          </a:p>
        </p:txBody>
      </p:sp>
      <p:sp>
        <p:nvSpPr>
          <p:cNvPr id="152" name="Google Shape;152;p14"/>
          <p:cNvSpPr txBox="1"/>
          <p:nvPr/>
        </p:nvSpPr>
        <p:spPr>
          <a:xfrm>
            <a:off x="2775570" y="6990690"/>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i="0" u="none" strike="noStrike" cap="none">
                <a:solidFill>
                  <a:srgbClr val="FFFFFF"/>
                </a:solidFill>
                <a:latin typeface="Fira Sans"/>
                <a:ea typeface="Fira Sans"/>
                <a:cs typeface="Fira Sans"/>
                <a:sym typeface="Fira Sans"/>
              </a:rPr>
              <a:t>1</a:t>
            </a:r>
            <a:endParaRPr/>
          </a:p>
        </p:txBody>
      </p:sp>
      <p:sp>
        <p:nvSpPr>
          <p:cNvPr id="153" name="Google Shape;153;p14"/>
          <p:cNvSpPr txBox="1"/>
          <p:nvPr/>
        </p:nvSpPr>
        <p:spPr>
          <a:xfrm>
            <a:off x="5930376" y="4017879"/>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i="0" u="none" strike="noStrike" cap="none">
                <a:solidFill>
                  <a:srgbClr val="FFFFFF"/>
                </a:solidFill>
                <a:latin typeface="Fira Sans"/>
                <a:ea typeface="Fira Sans"/>
                <a:cs typeface="Fira Sans"/>
                <a:sym typeface="Fira Sans"/>
              </a:rPr>
              <a:t>2</a:t>
            </a:r>
            <a:endParaRPr/>
          </a:p>
        </p:txBody>
      </p:sp>
      <p:sp>
        <p:nvSpPr>
          <p:cNvPr id="154" name="Google Shape;154;p14"/>
          <p:cNvSpPr txBox="1"/>
          <p:nvPr/>
        </p:nvSpPr>
        <p:spPr>
          <a:xfrm>
            <a:off x="9144000" y="7076644"/>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i="0" u="none" strike="noStrike" cap="none">
                <a:solidFill>
                  <a:srgbClr val="FFFFFF"/>
                </a:solidFill>
                <a:latin typeface="Fira Sans"/>
                <a:ea typeface="Fira Sans"/>
                <a:cs typeface="Fira Sans"/>
                <a:sym typeface="Fira Sans"/>
              </a:rPr>
              <a:t>3</a:t>
            </a:r>
            <a:endParaRPr/>
          </a:p>
        </p:txBody>
      </p:sp>
      <p:sp>
        <p:nvSpPr>
          <p:cNvPr id="155" name="Google Shape;155;p14"/>
          <p:cNvSpPr txBox="1"/>
          <p:nvPr/>
        </p:nvSpPr>
        <p:spPr>
          <a:xfrm>
            <a:off x="12406738" y="4064618"/>
            <a:ext cx="627136"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i="0" u="none" strike="noStrike" cap="none">
                <a:solidFill>
                  <a:srgbClr val="FFFFFF"/>
                </a:solidFill>
                <a:latin typeface="Fira Sans"/>
                <a:ea typeface="Fira Sans"/>
                <a:cs typeface="Fira Sans"/>
                <a:sym typeface="Fira Sans"/>
              </a:rPr>
              <a:t>4</a:t>
            </a:r>
            <a:endParaRPr/>
          </a:p>
        </p:txBody>
      </p:sp>
      <p:sp>
        <p:nvSpPr>
          <p:cNvPr id="156" name="Google Shape;156;p14"/>
          <p:cNvSpPr txBox="1"/>
          <p:nvPr/>
        </p:nvSpPr>
        <p:spPr>
          <a:xfrm>
            <a:off x="15548167" y="6942205"/>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i="0" u="none" strike="noStrike" cap="none">
                <a:solidFill>
                  <a:srgbClr val="FFFFFF"/>
                </a:solidFill>
                <a:latin typeface="Fira Sans"/>
                <a:ea typeface="Fira Sans"/>
                <a:cs typeface="Fira Sans"/>
                <a:sym typeface="Fira Sans"/>
              </a:rPr>
              <a:t>5</a:t>
            </a:r>
            <a:endParaRPr/>
          </a:p>
        </p:txBody>
      </p:sp>
      <p:sp>
        <p:nvSpPr>
          <p:cNvPr id="159" name="Google Shape;159;p14"/>
          <p:cNvSpPr txBox="1"/>
          <p:nvPr/>
        </p:nvSpPr>
        <p:spPr>
          <a:xfrm>
            <a:off x="8022386" y="4575093"/>
            <a:ext cx="3042745"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dirty="0"/>
          </a:p>
        </p:txBody>
      </p:sp>
      <p:sp>
        <p:nvSpPr>
          <p:cNvPr id="162" name="Google Shape;162;p14"/>
          <p:cNvSpPr txBox="1"/>
          <p:nvPr/>
        </p:nvSpPr>
        <p:spPr>
          <a:xfrm>
            <a:off x="14570949" y="4170709"/>
            <a:ext cx="4203163" cy="1938992"/>
          </a:xfrm>
          <a:prstGeom prst="rect">
            <a:avLst/>
          </a:prstGeom>
          <a:noFill/>
          <a:ln>
            <a:noFill/>
          </a:ln>
        </p:spPr>
        <p:txBody>
          <a:bodyPr spcFirstLastPara="1" wrap="square" lIns="0" tIns="0" rIns="0" bIns="0" anchor="t" anchorCtr="0">
            <a:spAutoFit/>
          </a:bodyPr>
          <a:lstStyle/>
          <a:p>
            <a:pPr lvl="0">
              <a:lnSpc>
                <a:spcPct val="150000"/>
              </a:lnSpc>
            </a:pPr>
            <a:r>
              <a:rPr lang="en-US" sz="2800" b="1" dirty="0">
                <a:latin typeface="Times New Roman" panose="02020603050405020304" pitchFamily="18" charset="0"/>
                <a:ea typeface="Assistant"/>
                <a:cs typeface="Times New Roman" panose="02020603050405020304" pitchFamily="18" charset="0"/>
                <a:sym typeface="Assistant"/>
              </a:rPr>
              <a:t>Edge weights are stored along with destination nodes</a:t>
            </a:r>
            <a:endParaRPr sz="2800" b="1" dirty="0">
              <a:latin typeface="Times New Roman" panose="02020603050405020304" pitchFamily="18" charset="0"/>
              <a:cs typeface="Times New Roman" panose="02020603050405020304" pitchFamily="18" charset="0"/>
            </a:endParaRPr>
          </a:p>
        </p:txBody>
      </p:sp>
      <p:sp>
        <p:nvSpPr>
          <p:cNvPr id="164" name="Google Shape;164;p14"/>
          <p:cNvSpPr txBox="1"/>
          <p:nvPr/>
        </p:nvSpPr>
        <p:spPr>
          <a:xfrm>
            <a:off x="4445252" y="6879913"/>
            <a:ext cx="4914949" cy="2240613"/>
          </a:xfrm>
          <a:prstGeom prst="rect">
            <a:avLst/>
          </a:prstGeom>
          <a:noFill/>
          <a:ln>
            <a:noFill/>
          </a:ln>
        </p:spPr>
        <p:txBody>
          <a:bodyPr spcFirstLastPara="1" wrap="square" lIns="0" tIns="0" rIns="0" bIns="0" anchor="t" anchorCtr="0">
            <a:spAutoFit/>
          </a:bodyPr>
          <a:lstStyle/>
          <a:p>
            <a:pPr lvl="0">
              <a:lnSpc>
                <a:spcPct val="130011"/>
              </a:lnSpc>
            </a:pPr>
            <a:r>
              <a:rPr lang="en-US" sz="2800" b="1" dirty="0"/>
              <a:t>Edge weights represent distance or </a:t>
            </a:r>
            <a:r>
              <a:rPr lang="en-US" sz="2800" b="1" dirty="0" smtClean="0"/>
              <a:t>time Implemented </a:t>
            </a:r>
            <a:r>
              <a:rPr lang="en-US" sz="2800" b="1" dirty="0"/>
              <a:t>using adjacency </a:t>
            </a:r>
            <a:r>
              <a:rPr lang="en-US" sz="2800" b="1" dirty="0" smtClean="0"/>
              <a:t>list</a:t>
            </a:r>
            <a:endParaRPr sz="2800" b="1" dirty="0"/>
          </a:p>
        </p:txBody>
      </p:sp>
      <p:sp>
        <p:nvSpPr>
          <p:cNvPr id="167" name="Google Shape;167;p14"/>
          <p:cNvSpPr txBox="1"/>
          <p:nvPr/>
        </p:nvSpPr>
        <p:spPr>
          <a:xfrm>
            <a:off x="10869662" y="7073784"/>
            <a:ext cx="3701287" cy="1120307"/>
          </a:xfrm>
          <a:prstGeom prst="rect">
            <a:avLst/>
          </a:prstGeom>
          <a:noFill/>
          <a:ln>
            <a:noFill/>
          </a:ln>
        </p:spPr>
        <p:txBody>
          <a:bodyPr spcFirstLastPara="1" wrap="square" lIns="0" tIns="0" rIns="0" bIns="0" anchor="t" anchorCtr="0">
            <a:spAutoFit/>
          </a:bodyPr>
          <a:lstStyle/>
          <a:p>
            <a:pPr lvl="0">
              <a:lnSpc>
                <a:spcPct val="130011"/>
              </a:lnSpc>
            </a:pPr>
            <a:r>
              <a:rPr lang="en-US" sz="2800" b="1" dirty="0">
                <a:latin typeface="Times New Roman" panose="02020603050405020304" pitchFamily="18" charset="0"/>
                <a:cs typeface="Times New Roman" panose="02020603050405020304" pitchFamily="18" charset="0"/>
              </a:rPr>
              <a:t>Each node is assigned a unique index or label</a:t>
            </a:r>
            <a:endParaRPr sz="2800" b="1" dirty="0">
              <a:latin typeface="Times New Roman" panose="02020603050405020304" pitchFamily="18" charset="0"/>
              <a:cs typeface="Times New Roman" panose="02020603050405020304" pitchFamily="18" charset="0"/>
            </a:endParaRPr>
          </a:p>
        </p:txBody>
      </p:sp>
      <p:sp>
        <p:nvSpPr>
          <p:cNvPr id="43" name="Google Shape;150;p14"/>
          <p:cNvSpPr txBox="1"/>
          <p:nvPr/>
        </p:nvSpPr>
        <p:spPr>
          <a:xfrm>
            <a:off x="1298579" y="4051134"/>
            <a:ext cx="3042745" cy="280077"/>
          </a:xfrm>
          <a:prstGeom prst="rect">
            <a:avLst/>
          </a:prstGeom>
          <a:noFill/>
          <a:ln>
            <a:noFill/>
          </a:ln>
        </p:spPr>
        <p:txBody>
          <a:bodyPr spcFirstLastPara="1" wrap="square" lIns="0" tIns="0" rIns="0" bIns="0" anchor="t" anchorCtr="0">
            <a:spAutoFit/>
          </a:bodyPr>
          <a:lstStyle/>
          <a:p>
            <a:pPr marL="0" marR="0" lvl="0" indent="0" algn="l" rtl="0">
              <a:lnSpc>
                <a:spcPct val="130011"/>
              </a:lnSpc>
              <a:spcBef>
                <a:spcPts val="0"/>
              </a:spcBef>
              <a:spcAft>
                <a:spcPts val="0"/>
              </a:spcAft>
              <a:buNone/>
            </a:pPr>
            <a:endParaRPr dirty="0"/>
          </a:p>
        </p:txBody>
      </p:sp>
      <p:sp>
        <p:nvSpPr>
          <p:cNvPr id="44" name="Google Shape;150;p14"/>
          <p:cNvSpPr txBox="1"/>
          <p:nvPr/>
        </p:nvSpPr>
        <p:spPr>
          <a:xfrm>
            <a:off x="1145831" y="3836469"/>
            <a:ext cx="3070242" cy="2240613"/>
          </a:xfrm>
          <a:prstGeom prst="rect">
            <a:avLst/>
          </a:prstGeom>
          <a:noFill/>
          <a:ln>
            <a:noFill/>
          </a:ln>
        </p:spPr>
        <p:txBody>
          <a:bodyPr spcFirstLastPara="1" wrap="square" lIns="0" tIns="0" rIns="0" bIns="0" anchor="t" anchorCtr="0">
            <a:spAutoFit/>
          </a:bodyPr>
          <a:lstStyle/>
          <a:p>
            <a:pPr lvl="0">
              <a:lnSpc>
                <a:spcPct val="130011"/>
              </a:lnSpc>
            </a:pPr>
            <a:r>
              <a:rPr lang="en-US" sz="2800" b="1" dirty="0">
                <a:latin typeface="Times New Roman" panose="02020603050405020304" pitchFamily="18" charset="0"/>
                <a:cs typeface="Times New Roman" panose="02020603050405020304" pitchFamily="18" charset="0"/>
              </a:rPr>
              <a:t>Graph consists of vertices and </a:t>
            </a:r>
            <a:r>
              <a:rPr lang="en-US" sz="2800" b="1" dirty="0" smtClean="0">
                <a:latin typeface="Times New Roman" panose="02020603050405020304" pitchFamily="18" charset="0"/>
                <a:cs typeface="Times New Roman" panose="02020603050405020304" pitchFamily="18" charset="0"/>
              </a:rPr>
              <a:t>edges Can </a:t>
            </a:r>
            <a:r>
              <a:rPr lang="en-US" sz="2800" b="1" dirty="0">
                <a:latin typeface="Times New Roman" panose="02020603050405020304" pitchFamily="18" charset="0"/>
                <a:cs typeface="Times New Roman" panose="02020603050405020304" pitchFamily="18" charset="0"/>
              </a:rPr>
              <a:t>be directed or undirected</a:t>
            </a:r>
            <a:endParaRPr sz="28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525797" y="3509670"/>
            <a:ext cx="3539334" cy="138499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Adjacency list saves </a:t>
            </a:r>
            <a:r>
              <a:rPr lang="en-US" sz="2800" b="1" dirty="0" smtClean="0">
                <a:latin typeface="Times New Roman" panose="02020603050405020304" pitchFamily="18" charset="0"/>
                <a:cs typeface="Times New Roman" panose="02020603050405020304" pitchFamily="18" charset="0"/>
              </a:rPr>
              <a:t>memory Suitable </a:t>
            </a:r>
            <a:r>
              <a:rPr lang="en-US" sz="2800" b="1" dirty="0">
                <a:latin typeface="Times New Roman" panose="02020603050405020304" pitchFamily="18" charset="0"/>
                <a:cs typeface="Times New Roman" panose="02020603050405020304" pitchFamily="18" charset="0"/>
              </a:rPr>
              <a:t>for sparse graphs</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grpSp>
        <p:nvGrpSpPr>
          <p:cNvPr id="174" name="Google Shape;174;p15"/>
          <p:cNvGrpSpPr/>
          <p:nvPr/>
        </p:nvGrpSpPr>
        <p:grpSpPr>
          <a:xfrm>
            <a:off x="11577436" y="-41046"/>
            <a:ext cx="1038238" cy="1239620"/>
            <a:chOff x="0" y="-66675"/>
            <a:chExt cx="736600" cy="879475"/>
          </a:xfrm>
        </p:grpSpPr>
        <p:sp>
          <p:nvSpPr>
            <p:cNvPr id="175" name="Google Shape;175;p15"/>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176" name="Google Shape;176;p15"/>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7" name="Google Shape;177;p15"/>
          <p:cNvGrpSpPr/>
          <p:nvPr/>
        </p:nvGrpSpPr>
        <p:grpSpPr>
          <a:xfrm>
            <a:off x="91090" y="124599"/>
            <a:ext cx="1168323" cy="1173560"/>
            <a:chOff x="1813" y="0"/>
            <a:chExt cx="809173" cy="812800"/>
          </a:xfrm>
        </p:grpSpPr>
        <p:sp>
          <p:nvSpPr>
            <p:cNvPr id="178" name="Google Shape;178;p1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0" name="Google Shape;180;p15"/>
          <p:cNvSpPr/>
          <p:nvPr/>
        </p:nvSpPr>
        <p:spPr>
          <a:xfrm rot="10779982">
            <a:off x="480137" y="8709787"/>
            <a:ext cx="1097125" cy="109702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5"/>
          <p:cNvSpPr/>
          <p:nvPr/>
        </p:nvSpPr>
        <p:spPr>
          <a:xfrm>
            <a:off x="10569990" y="-667300"/>
            <a:ext cx="12767293" cy="12767240"/>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l="-40100" r="-989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5"/>
          <p:cNvSpPr txBox="1"/>
          <p:nvPr/>
        </p:nvSpPr>
        <p:spPr>
          <a:xfrm>
            <a:off x="1028700" y="1019176"/>
            <a:ext cx="11004274" cy="1107996"/>
          </a:xfrm>
          <a:prstGeom prst="rect">
            <a:avLst/>
          </a:prstGeom>
          <a:noFill/>
          <a:ln>
            <a:noFill/>
          </a:ln>
        </p:spPr>
        <p:txBody>
          <a:bodyPr spcFirstLastPara="1" wrap="square" lIns="0" tIns="0" rIns="0" bIns="0" anchor="t" anchorCtr="0">
            <a:spAutoFit/>
          </a:bodyPr>
          <a:lstStyle/>
          <a:p>
            <a:pPr lvl="0">
              <a:lnSpc>
                <a:spcPct val="120000"/>
              </a:lnSpc>
            </a:pPr>
            <a:r>
              <a:rPr lang="en-US" sz="6000" b="1" dirty="0">
                <a:latin typeface="Times New Roman" panose="02020603050405020304" pitchFamily="18" charset="0"/>
                <a:cs typeface="Times New Roman" panose="02020603050405020304" pitchFamily="18" charset="0"/>
              </a:rPr>
              <a:t>Concept of Graph in This Project</a:t>
            </a:r>
            <a:endParaRPr sz="6000" b="1" dirty="0">
              <a:latin typeface="Times New Roman" panose="02020603050405020304" pitchFamily="18" charset="0"/>
              <a:cs typeface="Times New Roman" panose="02020603050405020304" pitchFamily="18" charset="0"/>
            </a:endParaRPr>
          </a:p>
        </p:txBody>
      </p:sp>
      <p:sp>
        <p:nvSpPr>
          <p:cNvPr id="186" name="Google Shape;186;p15"/>
          <p:cNvSpPr/>
          <p:nvPr/>
        </p:nvSpPr>
        <p:spPr>
          <a:xfrm rot="10779982">
            <a:off x="9154021" y="5796951"/>
            <a:ext cx="3451633" cy="3451329"/>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p:cNvSpPr txBox="1"/>
          <p:nvPr/>
        </p:nvSpPr>
        <p:spPr>
          <a:xfrm>
            <a:off x="927651" y="2531165"/>
            <a:ext cx="8216350" cy="4435830"/>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Nodes represent </a:t>
            </a:r>
            <a:r>
              <a:rPr lang="en-US" sz="3200" dirty="0" smtClean="0">
                <a:latin typeface="Times New Roman" panose="02020603050405020304" pitchFamily="18" charset="0"/>
                <a:cs typeface="Times New Roman" panose="02020603050405020304" pitchFamily="18" charset="0"/>
              </a:rPr>
              <a:t>locations Edges </a:t>
            </a:r>
            <a:r>
              <a:rPr lang="en-US" sz="3200" dirty="0">
                <a:latin typeface="Times New Roman" panose="02020603050405020304" pitchFamily="18" charset="0"/>
                <a:cs typeface="Times New Roman" panose="02020603050405020304" pitchFamily="18" charset="0"/>
              </a:rPr>
              <a:t>represent paths between </a:t>
            </a:r>
            <a:r>
              <a:rPr lang="en-US" sz="3200" dirty="0" smtClean="0">
                <a:latin typeface="Times New Roman" panose="02020603050405020304" pitchFamily="18" charset="0"/>
                <a:cs typeface="Times New Roman" panose="02020603050405020304" pitchFamily="18" charset="0"/>
              </a:rPr>
              <a:t>locations .</a:t>
            </a:r>
          </a:p>
          <a:p>
            <a:pPr marL="457200" indent="-457200">
              <a:lnSpc>
                <a:spcPct val="150000"/>
              </a:lnSpc>
              <a:buFont typeface="Wingdings" panose="05000000000000000000" pitchFamily="2" charset="2"/>
              <a:buChar char="§"/>
            </a:pPr>
            <a:r>
              <a:rPr lang="en-US" sz="3200" dirty="0" smtClean="0">
                <a:latin typeface="Times New Roman" panose="02020603050405020304" pitchFamily="18" charset="0"/>
                <a:cs typeface="Times New Roman" panose="02020603050405020304" pitchFamily="18" charset="0"/>
              </a:rPr>
              <a:t>Weight </a:t>
            </a:r>
            <a:r>
              <a:rPr lang="en-US" sz="3200" dirty="0">
                <a:latin typeface="Times New Roman" panose="02020603050405020304" pitchFamily="18" charset="0"/>
                <a:cs typeface="Times New Roman" panose="02020603050405020304" pitchFamily="18" charset="0"/>
              </a:rPr>
              <a:t>represents distance or </a:t>
            </a:r>
            <a:r>
              <a:rPr lang="en-US" sz="3200" dirty="0" smtClean="0">
                <a:latin typeface="Times New Roman" panose="02020603050405020304" pitchFamily="18" charset="0"/>
                <a:cs typeface="Times New Roman" panose="02020603050405020304" pitchFamily="18" charset="0"/>
              </a:rPr>
              <a:t>cost Real-world </a:t>
            </a:r>
            <a:r>
              <a:rPr lang="en-US" sz="3200" dirty="0">
                <a:latin typeface="Times New Roman" panose="02020603050405020304" pitchFamily="18" charset="0"/>
                <a:cs typeface="Times New Roman" panose="02020603050405020304" pitchFamily="18" charset="0"/>
              </a:rPr>
              <a:t>road network modeled as a </a:t>
            </a:r>
            <a:r>
              <a:rPr lang="en-US" sz="3200" dirty="0" smtClean="0">
                <a:latin typeface="Times New Roman" panose="02020603050405020304" pitchFamily="18" charset="0"/>
                <a:cs typeface="Times New Roman" panose="02020603050405020304" pitchFamily="18" charset="0"/>
              </a:rPr>
              <a:t>graph .</a:t>
            </a:r>
          </a:p>
          <a:p>
            <a:pPr marL="457200" indent="-457200">
              <a:lnSpc>
                <a:spcPct val="150000"/>
              </a:lnSpc>
              <a:buFont typeface="Wingdings" panose="05000000000000000000" pitchFamily="2" charset="2"/>
              <a:buChar char="§"/>
            </a:pPr>
            <a:r>
              <a:rPr lang="en-US" sz="3200" dirty="0" smtClean="0">
                <a:latin typeface="Times New Roman" panose="02020603050405020304" pitchFamily="18" charset="0"/>
                <a:cs typeface="Times New Roman" panose="02020603050405020304" pitchFamily="18" charset="0"/>
              </a:rPr>
              <a:t>Graph </a:t>
            </a:r>
            <a:r>
              <a:rPr lang="en-US" sz="3200" dirty="0">
                <a:latin typeface="Times New Roman" panose="02020603050405020304" pitchFamily="18" charset="0"/>
                <a:cs typeface="Times New Roman" panose="02020603050405020304" pitchFamily="18" charset="0"/>
              </a:rPr>
              <a:t>simplifies complex routing </a:t>
            </a:r>
            <a:r>
              <a:rPr lang="en-US" sz="3200" dirty="0" smtClean="0">
                <a:latin typeface="Times New Roman" panose="02020603050405020304" pitchFamily="18" charset="0"/>
                <a:cs typeface="Times New Roman" panose="02020603050405020304" pitchFamily="18" charset="0"/>
              </a:rPr>
              <a:t>problems Makes </a:t>
            </a:r>
            <a:r>
              <a:rPr lang="en-US" sz="3200" dirty="0">
                <a:latin typeface="Times New Roman" panose="02020603050405020304" pitchFamily="18" charset="0"/>
                <a:cs typeface="Times New Roman" panose="02020603050405020304" pitchFamily="18" charset="0"/>
              </a:rPr>
              <a:t>algorithm application </a:t>
            </a:r>
            <a:r>
              <a:rPr lang="en-US" sz="3200" dirty="0" smtClean="0">
                <a:latin typeface="Times New Roman" panose="02020603050405020304" pitchFamily="18" charset="0"/>
                <a:cs typeface="Times New Roman" panose="02020603050405020304" pitchFamily="18" charset="0"/>
              </a:rPr>
              <a:t>easier.</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8"/>
          <p:cNvSpPr/>
          <p:nvPr/>
        </p:nvSpPr>
        <p:spPr>
          <a:xfrm>
            <a:off x="9507411" y="-79514"/>
            <a:ext cx="8799921" cy="10287000"/>
          </a:xfrm>
          <a:custGeom>
            <a:avLst/>
            <a:gdLst/>
            <a:ahLst/>
            <a:cxnLst/>
            <a:rect l="l" t="t" r="r" b="b"/>
            <a:pathLst>
              <a:path w="611196" h="714481" extrusionOk="0">
                <a:moveTo>
                  <a:pt x="0" y="0"/>
                </a:moveTo>
                <a:lnTo>
                  <a:pt x="611196" y="0"/>
                </a:lnTo>
                <a:lnTo>
                  <a:pt x="611196" y="714481"/>
                </a:lnTo>
                <a:lnTo>
                  <a:pt x="0" y="714481"/>
                </a:lnTo>
                <a:close/>
              </a:path>
            </a:pathLst>
          </a:custGeom>
          <a:solidFill>
            <a:srgbClr val="4BB8BE"/>
          </a:solidFill>
          <a:ln>
            <a:noFill/>
          </a:ln>
        </p:spPr>
      </p:sp>
      <p:sp>
        <p:nvSpPr>
          <p:cNvPr id="251" name="Google Shape;251;p18"/>
          <p:cNvSpPr txBox="1"/>
          <p:nvPr/>
        </p:nvSpPr>
        <p:spPr>
          <a:xfrm>
            <a:off x="923790" y="517699"/>
            <a:ext cx="7101904" cy="1107996"/>
          </a:xfrm>
          <a:prstGeom prst="rect">
            <a:avLst/>
          </a:prstGeom>
          <a:noFill/>
          <a:ln>
            <a:noFill/>
          </a:ln>
        </p:spPr>
        <p:txBody>
          <a:bodyPr spcFirstLastPara="1" wrap="square" lIns="0" tIns="0" rIns="0" bIns="0" anchor="t" anchorCtr="0">
            <a:spAutoFit/>
          </a:bodyPr>
          <a:lstStyle/>
          <a:p>
            <a:pPr lvl="0"/>
            <a:r>
              <a:rPr lang="en-IN" sz="7200" b="1" dirty="0">
                <a:latin typeface="Times New Roman" panose="02020603050405020304" pitchFamily="18" charset="0"/>
                <a:cs typeface="Times New Roman" panose="02020603050405020304" pitchFamily="18" charset="0"/>
              </a:rPr>
              <a:t>Algorithms Used</a:t>
            </a:r>
            <a:endParaRPr sz="7200" b="1" dirty="0">
              <a:latin typeface="Times New Roman" panose="02020603050405020304" pitchFamily="18" charset="0"/>
              <a:cs typeface="Times New Roman" panose="02020603050405020304" pitchFamily="18" charset="0"/>
            </a:endParaRPr>
          </a:p>
        </p:txBody>
      </p:sp>
      <p:sp>
        <p:nvSpPr>
          <p:cNvPr id="252" name="Google Shape;252;p18"/>
          <p:cNvSpPr txBox="1"/>
          <p:nvPr/>
        </p:nvSpPr>
        <p:spPr>
          <a:xfrm>
            <a:off x="-1" y="2005684"/>
            <a:ext cx="12112487" cy="5201424"/>
          </a:xfrm>
          <a:prstGeom prst="rect">
            <a:avLst/>
          </a:prstGeom>
          <a:noFill/>
          <a:ln>
            <a:noFill/>
          </a:ln>
        </p:spPr>
        <p:txBody>
          <a:bodyPr spcFirstLastPara="1" wrap="square" lIns="0" tIns="0" rIns="0" bIns="0" anchor="t" anchorCtr="0">
            <a:spAutoFit/>
          </a:bodyPr>
          <a:lstStyle/>
          <a:p>
            <a:pPr lvl="0">
              <a:lnSpc>
                <a:spcPct val="130000"/>
              </a:lnSpc>
            </a:pPr>
            <a:r>
              <a:rPr lang="en-US" sz="3500" dirty="0">
                <a:latin typeface="Fira Sans Medium"/>
                <a:ea typeface="Fira Sans Medium"/>
                <a:cs typeface="Fira Sans Medium"/>
                <a:sym typeface="Fira Sans Medium"/>
              </a:rPr>
              <a:t>Dijkstra’s </a:t>
            </a:r>
            <a:r>
              <a:rPr lang="en-US" sz="3500" dirty="0" smtClean="0">
                <a:latin typeface="Fira Sans Medium"/>
                <a:ea typeface="Fira Sans Medium"/>
                <a:cs typeface="Fira Sans Medium"/>
                <a:sym typeface="Fira Sans Medium"/>
              </a:rPr>
              <a:t>Algorithm Finds </a:t>
            </a:r>
            <a:r>
              <a:rPr lang="en-US" sz="3500" dirty="0">
                <a:latin typeface="Fira Sans Medium"/>
                <a:ea typeface="Fira Sans Medium"/>
                <a:cs typeface="Fira Sans Medium"/>
                <a:sym typeface="Fira Sans Medium"/>
              </a:rPr>
              <a:t>shortest path in weighted </a:t>
            </a:r>
            <a:r>
              <a:rPr lang="en-US" sz="3500" dirty="0" smtClean="0">
                <a:latin typeface="Fira Sans Medium"/>
                <a:ea typeface="Fira Sans Medium"/>
                <a:cs typeface="Fira Sans Medium"/>
                <a:sym typeface="Fira Sans Medium"/>
              </a:rPr>
              <a:t>graph Breadth </a:t>
            </a:r>
            <a:r>
              <a:rPr lang="en-US" sz="3500" dirty="0">
                <a:latin typeface="Fira Sans Medium"/>
                <a:ea typeface="Fira Sans Medium"/>
                <a:cs typeface="Fira Sans Medium"/>
                <a:sym typeface="Fira Sans Medium"/>
              </a:rPr>
              <a:t>First Search (BFS)Used for unweighted </a:t>
            </a:r>
            <a:r>
              <a:rPr lang="en-US" sz="3500" dirty="0" smtClean="0">
                <a:latin typeface="Fira Sans Medium"/>
                <a:ea typeface="Fira Sans Medium"/>
                <a:cs typeface="Fira Sans Medium"/>
                <a:sym typeface="Fira Sans Medium"/>
              </a:rPr>
              <a:t>graphs Priority </a:t>
            </a:r>
            <a:r>
              <a:rPr lang="en-US" sz="3500" dirty="0">
                <a:latin typeface="Fira Sans Medium"/>
                <a:ea typeface="Fira Sans Medium"/>
                <a:cs typeface="Fira Sans Medium"/>
                <a:sym typeface="Fira Sans Medium"/>
              </a:rPr>
              <a:t>queue used for </a:t>
            </a:r>
            <a:r>
              <a:rPr lang="en-US" sz="3500" dirty="0" smtClean="0">
                <a:latin typeface="Fira Sans Medium"/>
                <a:ea typeface="Fira Sans Medium"/>
                <a:cs typeface="Fira Sans Medium"/>
                <a:sym typeface="Fira Sans Medium"/>
              </a:rPr>
              <a:t>efficiency Ensures </a:t>
            </a:r>
            <a:r>
              <a:rPr lang="en-US" sz="3500" dirty="0">
                <a:latin typeface="Fira Sans Medium"/>
                <a:ea typeface="Fira Sans Medium"/>
                <a:cs typeface="Fira Sans Medium"/>
                <a:sym typeface="Fira Sans Medium"/>
              </a:rPr>
              <a:t>minimum distance </a:t>
            </a:r>
            <a:r>
              <a:rPr lang="en-US" sz="3500" dirty="0" smtClean="0">
                <a:latin typeface="Fira Sans Medium"/>
                <a:ea typeface="Fira Sans Medium"/>
                <a:cs typeface="Fira Sans Medium"/>
                <a:sym typeface="Fira Sans Medium"/>
              </a:rPr>
              <a:t>selection Produces </a:t>
            </a:r>
            <a:r>
              <a:rPr lang="en-US" sz="3500" dirty="0">
                <a:latin typeface="Fira Sans Medium"/>
                <a:ea typeface="Fira Sans Medium"/>
                <a:cs typeface="Fira Sans Medium"/>
                <a:sym typeface="Fira Sans Medium"/>
              </a:rPr>
              <a:t>accurate shortest </a:t>
            </a:r>
            <a:r>
              <a:rPr lang="en-US" sz="3500" dirty="0" smtClean="0">
                <a:latin typeface="Fira Sans Medium"/>
                <a:ea typeface="Fira Sans Medium"/>
                <a:cs typeface="Fira Sans Medium"/>
                <a:sym typeface="Fira Sans Medium"/>
              </a:rPr>
              <a:t>path</a:t>
            </a:r>
          </a:p>
          <a:p>
            <a:pPr lvl="0">
              <a:lnSpc>
                <a:spcPct val="130000"/>
              </a:lnSpc>
            </a:pPr>
            <a:r>
              <a:rPr lang="en-US" sz="4000" dirty="0" smtClean="0">
                <a:latin typeface="Times New Roman" panose="02020603050405020304" pitchFamily="18" charset="0"/>
                <a:cs typeface="Times New Roman" panose="02020603050405020304" pitchFamily="18" charset="0"/>
              </a:rPr>
              <a:t>Algorithm </a:t>
            </a:r>
            <a:r>
              <a:rPr lang="en-US" sz="4000" dirty="0">
                <a:latin typeface="Times New Roman" panose="02020603050405020304" pitchFamily="18" charset="0"/>
                <a:cs typeface="Times New Roman" panose="02020603050405020304" pitchFamily="18" charset="0"/>
              </a:rPr>
              <a:t>avoids revisiting nodes with finalized shortest </a:t>
            </a:r>
            <a:r>
              <a:rPr lang="en-US" sz="4000" dirty="0" smtClean="0">
                <a:latin typeface="Times New Roman" panose="02020603050405020304" pitchFamily="18" charset="0"/>
                <a:cs typeface="Times New Roman" panose="02020603050405020304" pitchFamily="18" charset="0"/>
              </a:rPr>
              <a:t>distance. Guarantees </a:t>
            </a:r>
            <a:r>
              <a:rPr lang="en-US" sz="4000" dirty="0">
                <a:latin typeface="Times New Roman" panose="02020603050405020304" pitchFamily="18" charset="0"/>
                <a:cs typeface="Times New Roman" panose="02020603050405020304" pitchFamily="18" charset="0"/>
              </a:rPr>
              <a:t>optimal shortest path when all edge weights are non-negative</a:t>
            </a:r>
            <a:endParaRPr sz="4000" dirty="0">
              <a:latin typeface="Times New Roman" panose="02020603050405020304" pitchFamily="18" charset="0"/>
              <a:cs typeface="Times New Roman" panose="02020603050405020304" pitchFamily="18" charset="0"/>
            </a:endParaRPr>
          </a:p>
        </p:txBody>
      </p:sp>
      <p:grpSp>
        <p:nvGrpSpPr>
          <p:cNvPr id="253" name="Google Shape;253;p18"/>
          <p:cNvGrpSpPr/>
          <p:nvPr/>
        </p:nvGrpSpPr>
        <p:grpSpPr>
          <a:xfrm>
            <a:off x="1102296" y="8522768"/>
            <a:ext cx="3989062" cy="959486"/>
            <a:chOff x="0" y="-40383"/>
            <a:chExt cx="5318750" cy="1279314"/>
          </a:xfrm>
        </p:grpSpPr>
        <p:grpSp>
          <p:nvGrpSpPr>
            <p:cNvPr id="254" name="Google Shape;254;p18"/>
            <p:cNvGrpSpPr/>
            <p:nvPr/>
          </p:nvGrpSpPr>
          <p:grpSpPr>
            <a:xfrm>
              <a:off x="0" y="16561"/>
              <a:ext cx="993176" cy="1222370"/>
              <a:chOff x="0" y="0"/>
              <a:chExt cx="660400" cy="812800"/>
            </a:xfrm>
          </p:grpSpPr>
          <p:sp>
            <p:nvSpPr>
              <p:cNvPr id="255" name="Google Shape;255;p18"/>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8"/>
              <p:cNvSpPr txBox="1"/>
              <p:nvPr/>
            </p:nvSpPr>
            <p:spPr>
              <a:xfrm>
                <a:off x="0" y="88900"/>
                <a:ext cx="660300" cy="723900"/>
              </a:xfrm>
              <a:prstGeom prst="rect">
                <a:avLst/>
              </a:prstGeom>
              <a:noFill/>
              <a:ln>
                <a:noFill/>
              </a:ln>
            </p:spPr>
            <p:txBody>
              <a:bodyPr spcFirstLastPara="1" wrap="square" lIns="50800" tIns="50800" rIns="50800" bIns="50800" anchor="ctr" anchorCtr="0">
                <a:noAutofit/>
              </a:bodyPr>
              <a:lstStyle/>
              <a:p>
                <a:pPr marL="0" marR="0" lvl="0" indent="0" algn="ctr" rtl="0">
                  <a:lnSpc>
                    <a:spcPct val="12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7" name="Google Shape;257;p18"/>
            <p:cNvGrpSpPr/>
            <p:nvPr/>
          </p:nvGrpSpPr>
          <p:grpSpPr>
            <a:xfrm>
              <a:off x="2722201" y="-40383"/>
              <a:ext cx="1100922" cy="1271755"/>
              <a:chOff x="0" y="-38100"/>
              <a:chExt cx="736600" cy="850900"/>
            </a:xfrm>
          </p:grpSpPr>
          <p:sp>
            <p:nvSpPr>
              <p:cNvPr id="258" name="Google Shape;258;p18"/>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259" name="Google Shape;259;p18"/>
              <p:cNvSpPr txBox="1"/>
              <p:nvPr/>
            </p:nvSpPr>
            <p:spPr>
              <a:xfrm>
                <a:off x="0" y="-38100"/>
                <a:ext cx="736500" cy="723900"/>
              </a:xfrm>
              <a:prstGeom prst="rect">
                <a:avLst/>
              </a:prstGeom>
              <a:noFill/>
              <a:ln>
                <a:noFill/>
              </a:ln>
            </p:spPr>
            <p:txBody>
              <a:bodyPr spcFirstLastPara="1" wrap="square" lIns="50800" tIns="50800" rIns="50800" bIns="50800" anchor="ctr" anchorCtr="0">
                <a:noAutofit/>
              </a:bodyPr>
              <a:lstStyle/>
              <a:p>
                <a:pPr marL="0" marR="0" lvl="0" indent="0" algn="ctr" rtl="0">
                  <a:lnSpc>
                    <a:spcPct val="12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0" name="Google Shape;260;p18"/>
            <p:cNvGrpSpPr/>
            <p:nvPr/>
          </p:nvGrpSpPr>
          <p:grpSpPr>
            <a:xfrm>
              <a:off x="1252993" y="16561"/>
              <a:ext cx="1209390" cy="1214811"/>
              <a:chOff x="1813" y="0"/>
              <a:chExt cx="809173" cy="812800"/>
            </a:xfrm>
          </p:grpSpPr>
          <p:sp>
            <p:nvSpPr>
              <p:cNvPr id="261" name="Google Shape;261;p18"/>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2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3" name="Google Shape;263;p18"/>
            <p:cNvSpPr/>
            <p:nvPr/>
          </p:nvSpPr>
          <p:spPr>
            <a:xfrm rot="10800000">
              <a:off x="4094705" y="7409"/>
              <a:ext cx="1224045" cy="1223937"/>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18"/>
          <p:cNvSpPr/>
          <p:nvPr/>
        </p:nvSpPr>
        <p:spPr>
          <a:xfrm>
            <a:off x="10787722" y="806399"/>
            <a:ext cx="528228" cy="530596"/>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8"/>
          <p:cNvSpPr/>
          <p:nvPr/>
        </p:nvSpPr>
        <p:spPr>
          <a:xfrm>
            <a:off x="11185289" y="2510510"/>
            <a:ext cx="528228" cy="530596"/>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5C5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4" name="Google Shape;274;p18"/>
          <p:cNvSpPr/>
          <p:nvPr/>
        </p:nvSpPr>
        <p:spPr>
          <a:xfrm>
            <a:off x="11374276" y="6399311"/>
            <a:ext cx="528228" cy="530596"/>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F5F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5" name="Google Shape;275;p18"/>
          <p:cNvSpPr/>
          <p:nvPr/>
        </p:nvSpPr>
        <p:spPr>
          <a:xfrm>
            <a:off x="11262467" y="4541153"/>
            <a:ext cx="528228" cy="530596"/>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9"/>
          <p:cNvSpPr/>
          <p:nvPr/>
        </p:nvSpPr>
        <p:spPr>
          <a:xfrm>
            <a:off x="74501" y="-47807"/>
            <a:ext cx="18280075" cy="4427418"/>
          </a:xfrm>
          <a:custGeom>
            <a:avLst/>
            <a:gdLst/>
            <a:ahLst/>
            <a:cxnLst/>
            <a:rect l="l" t="t" r="r" b="b"/>
            <a:pathLst>
              <a:path w="8971816" h="2172966" extrusionOk="0">
                <a:moveTo>
                  <a:pt x="0" y="0"/>
                </a:moveTo>
                <a:lnTo>
                  <a:pt x="8971816" y="0"/>
                </a:lnTo>
                <a:lnTo>
                  <a:pt x="8971816" y="2172966"/>
                </a:lnTo>
                <a:lnTo>
                  <a:pt x="0" y="2172966"/>
                </a:lnTo>
                <a:close/>
              </a:path>
            </a:pathLst>
          </a:custGeom>
          <a:solidFill>
            <a:srgbClr val="4BB8BE"/>
          </a:solidFill>
          <a:ln>
            <a:noFill/>
          </a:ln>
        </p:spPr>
      </p:sp>
      <p:sp>
        <p:nvSpPr>
          <p:cNvPr id="281" name="Google Shape;281;p19"/>
          <p:cNvSpPr txBox="1"/>
          <p:nvPr/>
        </p:nvSpPr>
        <p:spPr>
          <a:xfrm>
            <a:off x="1028700" y="1019175"/>
            <a:ext cx="11359290" cy="1329595"/>
          </a:xfrm>
          <a:prstGeom prst="rect">
            <a:avLst/>
          </a:prstGeom>
          <a:noFill/>
          <a:ln>
            <a:noFill/>
          </a:ln>
        </p:spPr>
        <p:txBody>
          <a:bodyPr spcFirstLastPara="1" wrap="square" lIns="0" tIns="0" rIns="0" bIns="0" anchor="t" anchorCtr="0">
            <a:spAutoFit/>
          </a:bodyPr>
          <a:lstStyle/>
          <a:p>
            <a:pPr lvl="0">
              <a:lnSpc>
                <a:spcPct val="120000"/>
              </a:lnSpc>
            </a:pPr>
            <a:r>
              <a:rPr lang="en-IN" sz="7200" b="1" dirty="0">
                <a:latin typeface="Times New Roman" panose="02020603050405020304" pitchFamily="18" charset="0"/>
                <a:cs typeface="Times New Roman" panose="02020603050405020304" pitchFamily="18" charset="0"/>
              </a:rPr>
              <a:t>System Flow</a:t>
            </a:r>
            <a:endParaRPr sz="7200" b="1" dirty="0">
              <a:latin typeface="Times New Roman" panose="02020603050405020304" pitchFamily="18" charset="0"/>
              <a:cs typeface="Times New Roman" panose="02020603050405020304" pitchFamily="18" charset="0"/>
            </a:endParaRPr>
          </a:p>
        </p:txBody>
      </p:sp>
      <p:sp>
        <p:nvSpPr>
          <p:cNvPr id="282" name="Google Shape;282;p19"/>
          <p:cNvSpPr/>
          <p:nvPr/>
        </p:nvSpPr>
        <p:spPr>
          <a:xfrm>
            <a:off x="664312" y="3360011"/>
            <a:ext cx="5257275" cy="2713827"/>
          </a:xfrm>
          <a:custGeom>
            <a:avLst/>
            <a:gdLst/>
            <a:ahLst/>
            <a:cxnLst/>
            <a:rect l="l" t="t" r="r" b="b"/>
            <a:pathLst>
              <a:path w="664661" h="357240" extrusionOk="0">
                <a:moveTo>
                  <a:pt x="0" y="0"/>
                </a:moveTo>
                <a:lnTo>
                  <a:pt x="664661" y="0"/>
                </a:lnTo>
                <a:lnTo>
                  <a:pt x="664661" y="357240"/>
                </a:lnTo>
                <a:lnTo>
                  <a:pt x="0" y="357240"/>
                </a:lnTo>
                <a:close/>
              </a:path>
            </a:pathLst>
          </a:custGeom>
          <a:solidFill>
            <a:srgbClr val="EE604A"/>
          </a:solidFill>
          <a:ln>
            <a:noFill/>
          </a:ln>
        </p:spPr>
      </p:sp>
      <p:sp>
        <p:nvSpPr>
          <p:cNvPr id="283" name="Google Shape;283;p19"/>
          <p:cNvSpPr/>
          <p:nvPr/>
        </p:nvSpPr>
        <p:spPr>
          <a:xfrm>
            <a:off x="6511398" y="3360011"/>
            <a:ext cx="5257275" cy="2825669"/>
          </a:xfrm>
          <a:custGeom>
            <a:avLst/>
            <a:gdLst/>
            <a:ahLst/>
            <a:cxnLst/>
            <a:rect l="l" t="t" r="r" b="b"/>
            <a:pathLst>
              <a:path w="664661" h="357240" extrusionOk="0">
                <a:moveTo>
                  <a:pt x="0" y="0"/>
                </a:moveTo>
                <a:lnTo>
                  <a:pt x="664661" y="0"/>
                </a:lnTo>
                <a:lnTo>
                  <a:pt x="664661" y="357240"/>
                </a:lnTo>
                <a:lnTo>
                  <a:pt x="0" y="357240"/>
                </a:lnTo>
                <a:close/>
              </a:path>
            </a:pathLst>
          </a:custGeom>
          <a:solidFill>
            <a:srgbClr val="F4C500"/>
          </a:solidFill>
          <a:ln>
            <a:noFill/>
          </a:ln>
        </p:spPr>
      </p:sp>
      <p:sp>
        <p:nvSpPr>
          <p:cNvPr id="284" name="Google Shape;284;p19"/>
          <p:cNvSpPr/>
          <p:nvPr/>
        </p:nvSpPr>
        <p:spPr>
          <a:xfrm>
            <a:off x="12399155" y="3313560"/>
            <a:ext cx="5257275" cy="2760344"/>
          </a:xfrm>
          <a:custGeom>
            <a:avLst/>
            <a:gdLst/>
            <a:ahLst/>
            <a:cxnLst/>
            <a:rect l="l" t="t" r="r" b="b"/>
            <a:pathLst>
              <a:path w="664661" h="357240" extrusionOk="0">
                <a:moveTo>
                  <a:pt x="0" y="0"/>
                </a:moveTo>
                <a:lnTo>
                  <a:pt x="664661" y="0"/>
                </a:lnTo>
                <a:lnTo>
                  <a:pt x="664661" y="357240"/>
                </a:lnTo>
                <a:lnTo>
                  <a:pt x="0" y="357240"/>
                </a:lnTo>
                <a:close/>
              </a:path>
            </a:pathLst>
          </a:custGeom>
          <a:solidFill>
            <a:srgbClr val="A16AE8"/>
          </a:solidFill>
          <a:ln>
            <a:noFill/>
          </a:ln>
        </p:spPr>
        <p:txBody>
          <a:bodyPr/>
          <a:lstStyle/>
          <a:p>
            <a:endParaRPr lang="en-IN" dirty="0"/>
          </a:p>
        </p:txBody>
      </p:sp>
      <p:sp>
        <p:nvSpPr>
          <p:cNvPr id="285" name="Google Shape;285;p19"/>
          <p:cNvSpPr/>
          <p:nvPr/>
        </p:nvSpPr>
        <p:spPr>
          <a:xfrm>
            <a:off x="757058" y="6803923"/>
            <a:ext cx="5257275" cy="2825669"/>
          </a:xfrm>
          <a:custGeom>
            <a:avLst/>
            <a:gdLst/>
            <a:ahLst/>
            <a:cxnLst/>
            <a:rect l="l" t="t" r="r" b="b"/>
            <a:pathLst>
              <a:path w="664661" h="357240" extrusionOk="0">
                <a:moveTo>
                  <a:pt x="0" y="0"/>
                </a:moveTo>
                <a:lnTo>
                  <a:pt x="664661" y="0"/>
                </a:lnTo>
                <a:lnTo>
                  <a:pt x="664661" y="357240"/>
                </a:lnTo>
                <a:lnTo>
                  <a:pt x="0" y="357240"/>
                </a:lnTo>
                <a:close/>
              </a:path>
            </a:pathLst>
          </a:custGeom>
          <a:solidFill>
            <a:srgbClr val="A16AE8"/>
          </a:solidFill>
          <a:ln>
            <a:noFill/>
          </a:ln>
        </p:spPr>
      </p:sp>
      <p:sp>
        <p:nvSpPr>
          <p:cNvPr id="286" name="Google Shape;286;p19"/>
          <p:cNvSpPr/>
          <p:nvPr/>
        </p:nvSpPr>
        <p:spPr>
          <a:xfrm>
            <a:off x="6522452" y="6813360"/>
            <a:ext cx="5257275" cy="2825669"/>
          </a:xfrm>
          <a:custGeom>
            <a:avLst/>
            <a:gdLst/>
            <a:ahLst/>
            <a:cxnLst/>
            <a:rect l="l" t="t" r="r" b="b"/>
            <a:pathLst>
              <a:path w="664661" h="357240" extrusionOk="0">
                <a:moveTo>
                  <a:pt x="0" y="0"/>
                </a:moveTo>
                <a:lnTo>
                  <a:pt x="664661" y="0"/>
                </a:lnTo>
                <a:lnTo>
                  <a:pt x="664661" y="357240"/>
                </a:lnTo>
                <a:lnTo>
                  <a:pt x="0" y="357240"/>
                </a:lnTo>
                <a:close/>
              </a:path>
            </a:pathLst>
          </a:custGeom>
          <a:solidFill>
            <a:srgbClr val="EE604A"/>
          </a:solidFill>
          <a:ln>
            <a:noFill/>
          </a:ln>
        </p:spPr>
      </p:sp>
      <p:sp>
        <p:nvSpPr>
          <p:cNvPr id="287" name="Google Shape;287;p19"/>
          <p:cNvSpPr/>
          <p:nvPr/>
        </p:nvSpPr>
        <p:spPr>
          <a:xfrm>
            <a:off x="12265764" y="6803923"/>
            <a:ext cx="5257275" cy="2825669"/>
          </a:xfrm>
          <a:custGeom>
            <a:avLst/>
            <a:gdLst/>
            <a:ahLst/>
            <a:cxnLst/>
            <a:rect l="l" t="t" r="r" b="b"/>
            <a:pathLst>
              <a:path w="664661" h="357240" extrusionOk="0">
                <a:moveTo>
                  <a:pt x="0" y="0"/>
                </a:moveTo>
                <a:lnTo>
                  <a:pt x="664661" y="0"/>
                </a:lnTo>
                <a:lnTo>
                  <a:pt x="664661" y="357240"/>
                </a:lnTo>
                <a:lnTo>
                  <a:pt x="0" y="357240"/>
                </a:lnTo>
                <a:close/>
              </a:path>
            </a:pathLst>
          </a:custGeom>
          <a:solidFill>
            <a:srgbClr val="F4C500"/>
          </a:solidFill>
          <a:ln>
            <a:noFill/>
          </a:ln>
        </p:spPr>
      </p:sp>
      <p:sp>
        <p:nvSpPr>
          <p:cNvPr id="290" name="Google Shape;290;p19"/>
          <p:cNvSpPr txBox="1"/>
          <p:nvPr/>
        </p:nvSpPr>
        <p:spPr>
          <a:xfrm>
            <a:off x="855445" y="4261837"/>
            <a:ext cx="5117865" cy="1107996"/>
          </a:xfrm>
          <a:prstGeom prst="rect">
            <a:avLst/>
          </a:prstGeom>
          <a:noFill/>
          <a:ln>
            <a:noFill/>
          </a:ln>
        </p:spPr>
        <p:txBody>
          <a:bodyPr spcFirstLastPara="1" wrap="square" lIns="0" tIns="0" rIns="0" bIns="0" anchor="t" anchorCtr="0">
            <a:spAutoFit/>
          </a:bodyPr>
          <a:lstStyle/>
          <a:p>
            <a:pPr lvl="0"/>
            <a:r>
              <a:rPr lang="en-US" sz="3600" dirty="0">
                <a:solidFill>
                  <a:srgbClr val="FFFFFF"/>
                </a:solidFill>
                <a:latin typeface="Assistant"/>
                <a:ea typeface="Assistant"/>
                <a:cs typeface="Assistant"/>
                <a:sym typeface="Assistant"/>
              </a:rPr>
              <a:t>User enters source location</a:t>
            </a:r>
            <a:endParaRPr sz="3600" dirty="0"/>
          </a:p>
        </p:txBody>
      </p:sp>
      <p:sp>
        <p:nvSpPr>
          <p:cNvPr id="295" name="Google Shape;295;p19"/>
          <p:cNvSpPr txBox="1"/>
          <p:nvPr/>
        </p:nvSpPr>
        <p:spPr>
          <a:xfrm>
            <a:off x="12430771" y="3938178"/>
            <a:ext cx="4584125" cy="1329595"/>
          </a:xfrm>
          <a:prstGeom prst="rect">
            <a:avLst/>
          </a:prstGeom>
          <a:noFill/>
          <a:ln>
            <a:noFill/>
          </a:ln>
        </p:spPr>
        <p:txBody>
          <a:bodyPr spcFirstLastPara="1" wrap="square" lIns="0" tIns="0" rIns="0" bIns="0" anchor="t" anchorCtr="0">
            <a:spAutoFit/>
          </a:bodyPr>
          <a:lstStyle/>
          <a:p>
            <a:pPr lvl="0">
              <a:lnSpc>
                <a:spcPct val="120000"/>
              </a:lnSpc>
            </a:pPr>
            <a:r>
              <a:rPr lang="en-US" sz="3600" dirty="0">
                <a:solidFill>
                  <a:schemeClr val="bg1"/>
                </a:solidFill>
                <a:latin typeface="Times New Roman" panose="02020603050405020304" pitchFamily="18" charset="0"/>
                <a:cs typeface="Times New Roman" panose="02020603050405020304" pitchFamily="18" charset="0"/>
              </a:rPr>
              <a:t>Graph is created in C++ program</a:t>
            </a:r>
            <a:endParaRPr sz="3600" dirty="0">
              <a:solidFill>
                <a:schemeClr val="bg1"/>
              </a:solidFill>
              <a:latin typeface="Times New Roman" panose="02020603050405020304" pitchFamily="18" charset="0"/>
              <a:cs typeface="Times New Roman" panose="02020603050405020304" pitchFamily="18" charset="0"/>
            </a:endParaRPr>
          </a:p>
        </p:txBody>
      </p:sp>
      <p:sp>
        <p:nvSpPr>
          <p:cNvPr id="299" name="Google Shape;299;p19"/>
          <p:cNvSpPr txBox="1"/>
          <p:nvPr/>
        </p:nvSpPr>
        <p:spPr>
          <a:xfrm>
            <a:off x="1327161" y="7411274"/>
            <a:ext cx="4584151" cy="1107996"/>
          </a:xfrm>
          <a:prstGeom prst="rect">
            <a:avLst/>
          </a:prstGeom>
          <a:noFill/>
          <a:ln>
            <a:noFill/>
          </a:ln>
        </p:spPr>
        <p:txBody>
          <a:bodyPr spcFirstLastPara="1" wrap="square" lIns="0" tIns="0" rIns="0" bIns="0" anchor="t" anchorCtr="0">
            <a:spAutoFit/>
          </a:bodyPr>
          <a:lstStyle/>
          <a:p>
            <a:pPr lvl="0"/>
            <a:r>
              <a:rPr lang="en-US" sz="3600" dirty="0">
                <a:solidFill>
                  <a:srgbClr val="FFFFFF"/>
                </a:solidFill>
                <a:latin typeface="Times New Roman" panose="02020603050405020304" pitchFamily="18" charset="0"/>
                <a:ea typeface="Assistant"/>
                <a:cs typeface="Times New Roman" panose="02020603050405020304" pitchFamily="18" charset="0"/>
                <a:sym typeface="Assistant"/>
              </a:rPr>
              <a:t>Algorithm processes the graph</a:t>
            </a:r>
            <a:endParaRPr sz="3600" dirty="0">
              <a:latin typeface="Times New Roman" panose="02020603050405020304" pitchFamily="18" charset="0"/>
              <a:cs typeface="Times New Roman" panose="02020603050405020304" pitchFamily="18" charset="0"/>
            </a:endParaRPr>
          </a:p>
        </p:txBody>
      </p:sp>
      <p:sp>
        <p:nvSpPr>
          <p:cNvPr id="305" name="Google Shape;305;p19"/>
          <p:cNvSpPr txBox="1"/>
          <p:nvPr/>
        </p:nvSpPr>
        <p:spPr>
          <a:xfrm>
            <a:off x="12430771" y="7463997"/>
            <a:ext cx="4584151" cy="1107996"/>
          </a:xfrm>
          <a:prstGeom prst="rect">
            <a:avLst/>
          </a:prstGeom>
          <a:noFill/>
          <a:ln>
            <a:noFill/>
          </a:ln>
        </p:spPr>
        <p:txBody>
          <a:bodyPr spcFirstLastPara="1" wrap="square" lIns="0" tIns="0" rIns="0" bIns="0" anchor="t" anchorCtr="0">
            <a:spAutoFit/>
          </a:bodyPr>
          <a:lstStyle/>
          <a:p>
            <a:pPr lvl="0"/>
            <a:r>
              <a:rPr lang="en-US" sz="3600" dirty="0">
                <a:solidFill>
                  <a:schemeClr val="bg1"/>
                </a:solidFill>
                <a:latin typeface="Times New Roman" panose="02020603050405020304" pitchFamily="18" charset="0"/>
                <a:cs typeface="Times New Roman" panose="02020603050405020304" pitchFamily="18" charset="0"/>
              </a:rPr>
              <a:t>Distance of route is also shown</a:t>
            </a:r>
            <a:endParaRPr sz="3600"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7053555" y="4497384"/>
            <a:ext cx="4172963" cy="1200329"/>
          </a:xfrm>
          <a:prstGeom prst="rect">
            <a:avLst/>
          </a:prstGeom>
          <a:noFill/>
        </p:spPr>
        <p:txBody>
          <a:bodyPr wrap="square" rtlCol="0">
            <a:spAutoFit/>
          </a:bodyPr>
          <a:lstStyle/>
          <a:p>
            <a:r>
              <a:rPr lang="en-IN" sz="3600" dirty="0">
                <a:solidFill>
                  <a:schemeClr val="bg1"/>
                </a:solidFill>
                <a:latin typeface="Times New Roman" panose="02020603050405020304" pitchFamily="18" charset="0"/>
                <a:cs typeface="Times New Roman" panose="02020603050405020304" pitchFamily="18" charset="0"/>
              </a:rPr>
              <a:t>User enters destination </a:t>
            </a:r>
            <a:r>
              <a:rPr lang="en-IN" sz="3600" dirty="0" smtClean="0">
                <a:solidFill>
                  <a:schemeClr val="bg1"/>
                </a:solidFill>
                <a:latin typeface="Times New Roman" panose="02020603050405020304" pitchFamily="18" charset="0"/>
                <a:cs typeface="Times New Roman" panose="02020603050405020304" pitchFamily="18" charset="0"/>
              </a:rPr>
              <a:t>location</a:t>
            </a:r>
            <a:endParaRPr lang="en-IN" sz="3600" dirty="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6671430" y="7239000"/>
            <a:ext cx="5086218" cy="646331"/>
          </a:xfrm>
          <a:prstGeom prst="rect">
            <a:avLst/>
          </a:prstGeom>
          <a:noFill/>
        </p:spPr>
        <p:txBody>
          <a:bodyPr wrap="square" rtlCol="0">
            <a:spAutoFit/>
          </a:bodyPr>
          <a:lstStyle/>
          <a:p>
            <a:r>
              <a:rPr lang="en-IN" sz="3600" dirty="0">
                <a:solidFill>
                  <a:schemeClr val="bg1"/>
                </a:solidFill>
                <a:latin typeface="Times New Roman" panose="02020603050405020304" pitchFamily="18" charset="0"/>
                <a:cs typeface="Times New Roman" panose="02020603050405020304" pitchFamily="18" charset="0"/>
              </a:rPr>
              <a:t>Shortest route is displayed</a:t>
            </a:r>
          </a:p>
        </p:txBody>
      </p:sp>
      <p:cxnSp>
        <p:nvCxnSpPr>
          <p:cNvPr id="5" name="Straight Arrow Connector 4"/>
          <p:cNvCxnSpPr/>
          <p:nvPr/>
        </p:nvCxnSpPr>
        <p:spPr>
          <a:xfrm>
            <a:off x="5874026" y="4497384"/>
            <a:ext cx="6167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779727" y="4602975"/>
            <a:ext cx="60315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14894402" y="6129627"/>
            <a:ext cx="1" cy="665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9128983" y="6203727"/>
            <a:ext cx="0" cy="591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717800" y="6073904"/>
            <a:ext cx="38100" cy="739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grpSp>
        <p:nvGrpSpPr>
          <p:cNvPr id="420" name="Google Shape;420;p24"/>
          <p:cNvGrpSpPr/>
          <p:nvPr/>
        </p:nvGrpSpPr>
        <p:grpSpPr>
          <a:xfrm>
            <a:off x="9814310" y="656877"/>
            <a:ext cx="7795201" cy="4179632"/>
            <a:chOff x="0" y="-160346"/>
            <a:chExt cx="10393602" cy="5572842"/>
          </a:xfrm>
        </p:grpSpPr>
        <p:grpSp>
          <p:nvGrpSpPr>
            <p:cNvPr id="421" name="Google Shape;421;p24"/>
            <p:cNvGrpSpPr/>
            <p:nvPr/>
          </p:nvGrpSpPr>
          <p:grpSpPr>
            <a:xfrm>
              <a:off x="129417" y="3053614"/>
              <a:ext cx="1916592" cy="2358882"/>
              <a:chOff x="0" y="0"/>
              <a:chExt cx="660400" cy="812800"/>
            </a:xfrm>
          </p:grpSpPr>
          <p:sp>
            <p:nvSpPr>
              <p:cNvPr id="422" name="Google Shape;422;p24"/>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4"/>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24" name="Google Shape;424;p24"/>
            <p:cNvGrpSpPr/>
            <p:nvPr/>
          </p:nvGrpSpPr>
          <p:grpSpPr>
            <a:xfrm>
              <a:off x="5382752" y="2861308"/>
              <a:ext cx="2124528" cy="2536613"/>
              <a:chOff x="0" y="-66675"/>
              <a:chExt cx="736600" cy="879475"/>
            </a:xfrm>
          </p:grpSpPr>
          <p:sp>
            <p:nvSpPr>
              <p:cNvPr id="425" name="Google Shape;425;p24"/>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426" name="Google Shape;426;p24"/>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27" name="Google Shape;427;p24"/>
            <p:cNvGrpSpPr/>
            <p:nvPr/>
          </p:nvGrpSpPr>
          <p:grpSpPr>
            <a:xfrm>
              <a:off x="2547456" y="3053614"/>
              <a:ext cx="2333846" cy="2344307"/>
              <a:chOff x="1813" y="0"/>
              <a:chExt cx="809173" cy="812800"/>
            </a:xfrm>
          </p:grpSpPr>
          <p:sp>
            <p:nvSpPr>
              <p:cNvPr id="428" name="Google Shape;428;p2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4"/>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30" name="Google Shape;430;p24"/>
            <p:cNvSpPr/>
            <p:nvPr/>
          </p:nvSpPr>
          <p:spPr>
            <a:xfrm rot="10779982">
              <a:off x="8010398" y="3028762"/>
              <a:ext cx="2376307" cy="237609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1" name="Google Shape;431;p24"/>
            <p:cNvGrpSpPr/>
            <p:nvPr/>
          </p:nvGrpSpPr>
          <p:grpSpPr>
            <a:xfrm>
              <a:off x="0" y="-160346"/>
              <a:ext cx="2124528" cy="2536613"/>
              <a:chOff x="0" y="-66675"/>
              <a:chExt cx="736600" cy="879475"/>
            </a:xfrm>
          </p:grpSpPr>
          <p:sp>
            <p:nvSpPr>
              <p:cNvPr id="432" name="Google Shape;432;p24"/>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433" name="Google Shape;433;p24"/>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34" name="Google Shape;434;p24"/>
            <p:cNvSpPr/>
            <p:nvPr/>
          </p:nvSpPr>
          <p:spPr>
            <a:xfrm rot="10779982">
              <a:off x="2627646" y="7107"/>
              <a:ext cx="2376307" cy="237609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24"/>
            <p:cNvGrpSpPr/>
            <p:nvPr/>
          </p:nvGrpSpPr>
          <p:grpSpPr>
            <a:xfrm>
              <a:off x="5512169" y="31960"/>
              <a:ext cx="1916592" cy="2358882"/>
              <a:chOff x="0" y="0"/>
              <a:chExt cx="660400" cy="812800"/>
            </a:xfrm>
          </p:grpSpPr>
          <p:sp>
            <p:nvSpPr>
              <p:cNvPr id="436" name="Google Shape;436;p24"/>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4"/>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38" name="Google Shape;438;p24"/>
            <p:cNvGrpSpPr/>
            <p:nvPr/>
          </p:nvGrpSpPr>
          <p:grpSpPr>
            <a:xfrm>
              <a:off x="7930208" y="31960"/>
              <a:ext cx="2333846" cy="2344307"/>
              <a:chOff x="1813" y="0"/>
              <a:chExt cx="809173" cy="812800"/>
            </a:xfrm>
          </p:grpSpPr>
          <p:sp>
            <p:nvSpPr>
              <p:cNvPr id="439" name="Google Shape;439;p2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4"/>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441" name="Google Shape;441;p24"/>
          <p:cNvGrpSpPr/>
          <p:nvPr/>
        </p:nvGrpSpPr>
        <p:grpSpPr>
          <a:xfrm>
            <a:off x="9814310" y="5264978"/>
            <a:ext cx="7795201" cy="4179632"/>
            <a:chOff x="0" y="-160346"/>
            <a:chExt cx="10393602" cy="5572842"/>
          </a:xfrm>
        </p:grpSpPr>
        <p:grpSp>
          <p:nvGrpSpPr>
            <p:cNvPr id="442" name="Google Shape;442;p24"/>
            <p:cNvGrpSpPr/>
            <p:nvPr/>
          </p:nvGrpSpPr>
          <p:grpSpPr>
            <a:xfrm>
              <a:off x="129417" y="3053614"/>
              <a:ext cx="1916592" cy="2358882"/>
              <a:chOff x="0" y="0"/>
              <a:chExt cx="660400" cy="812800"/>
            </a:xfrm>
          </p:grpSpPr>
          <p:sp>
            <p:nvSpPr>
              <p:cNvPr id="443" name="Google Shape;443;p24"/>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4"/>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45" name="Google Shape;445;p24"/>
            <p:cNvGrpSpPr/>
            <p:nvPr/>
          </p:nvGrpSpPr>
          <p:grpSpPr>
            <a:xfrm>
              <a:off x="5382752" y="2861308"/>
              <a:ext cx="2124528" cy="2536613"/>
              <a:chOff x="0" y="-66675"/>
              <a:chExt cx="736600" cy="879475"/>
            </a:xfrm>
          </p:grpSpPr>
          <p:sp>
            <p:nvSpPr>
              <p:cNvPr id="446" name="Google Shape;446;p24"/>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447" name="Google Shape;447;p24"/>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48" name="Google Shape;448;p24"/>
            <p:cNvGrpSpPr/>
            <p:nvPr/>
          </p:nvGrpSpPr>
          <p:grpSpPr>
            <a:xfrm>
              <a:off x="2547456" y="3053614"/>
              <a:ext cx="2333846" cy="2344307"/>
              <a:chOff x="1813" y="0"/>
              <a:chExt cx="809173" cy="812800"/>
            </a:xfrm>
          </p:grpSpPr>
          <p:sp>
            <p:nvSpPr>
              <p:cNvPr id="449" name="Google Shape;449;p2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4"/>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51" name="Google Shape;451;p24"/>
            <p:cNvSpPr/>
            <p:nvPr/>
          </p:nvSpPr>
          <p:spPr>
            <a:xfrm rot="10779982">
              <a:off x="8010398" y="3028762"/>
              <a:ext cx="2376307" cy="237609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2" name="Google Shape;452;p24"/>
            <p:cNvGrpSpPr/>
            <p:nvPr/>
          </p:nvGrpSpPr>
          <p:grpSpPr>
            <a:xfrm>
              <a:off x="0" y="-160346"/>
              <a:ext cx="2124528" cy="2536613"/>
              <a:chOff x="0" y="-66675"/>
              <a:chExt cx="736600" cy="879475"/>
            </a:xfrm>
          </p:grpSpPr>
          <p:sp>
            <p:nvSpPr>
              <p:cNvPr id="453" name="Google Shape;453;p24"/>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454" name="Google Shape;454;p24"/>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55" name="Google Shape;455;p24"/>
            <p:cNvSpPr/>
            <p:nvPr/>
          </p:nvSpPr>
          <p:spPr>
            <a:xfrm rot="10779982">
              <a:off x="2627646" y="7107"/>
              <a:ext cx="2376307" cy="237609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 name="Google Shape;456;p24"/>
            <p:cNvGrpSpPr/>
            <p:nvPr/>
          </p:nvGrpSpPr>
          <p:grpSpPr>
            <a:xfrm>
              <a:off x="5512169" y="31960"/>
              <a:ext cx="1916592" cy="2358882"/>
              <a:chOff x="0" y="0"/>
              <a:chExt cx="660400" cy="812800"/>
            </a:xfrm>
          </p:grpSpPr>
          <p:sp>
            <p:nvSpPr>
              <p:cNvPr id="457" name="Google Shape;457;p24"/>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4"/>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59" name="Google Shape;459;p24"/>
            <p:cNvGrpSpPr/>
            <p:nvPr/>
          </p:nvGrpSpPr>
          <p:grpSpPr>
            <a:xfrm>
              <a:off x="7930208" y="31960"/>
              <a:ext cx="2333846" cy="2344307"/>
              <a:chOff x="1813" y="0"/>
              <a:chExt cx="809173" cy="812800"/>
            </a:xfrm>
          </p:grpSpPr>
          <p:sp>
            <p:nvSpPr>
              <p:cNvPr id="460" name="Google Shape;460;p2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101" y="121938"/>
            <a:ext cx="9458362" cy="101650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3"/>
          <p:cNvSpPr/>
          <p:nvPr/>
        </p:nvSpPr>
        <p:spPr>
          <a:xfrm>
            <a:off x="0" y="0"/>
            <a:ext cx="9509959" cy="10287000"/>
          </a:xfrm>
          <a:custGeom>
            <a:avLst/>
            <a:gdLst/>
            <a:ahLst/>
            <a:cxnLst/>
            <a:rect l="l" t="t" r="r" b="b"/>
            <a:pathLst>
              <a:path w="660511" h="714481" extrusionOk="0">
                <a:moveTo>
                  <a:pt x="0" y="0"/>
                </a:moveTo>
                <a:lnTo>
                  <a:pt x="660511" y="0"/>
                </a:lnTo>
                <a:lnTo>
                  <a:pt x="660511" y="714481"/>
                </a:lnTo>
                <a:lnTo>
                  <a:pt x="0" y="714481"/>
                </a:lnTo>
                <a:close/>
              </a:path>
            </a:pathLst>
          </a:custGeom>
          <a:solidFill>
            <a:srgbClr val="4BB8BE"/>
          </a:solidFill>
          <a:ln>
            <a:noFill/>
          </a:ln>
        </p:spPr>
      </p:sp>
      <p:grpSp>
        <p:nvGrpSpPr>
          <p:cNvPr id="371" name="Google Shape;371;p23"/>
          <p:cNvGrpSpPr/>
          <p:nvPr/>
        </p:nvGrpSpPr>
        <p:grpSpPr>
          <a:xfrm>
            <a:off x="1133331" y="3067348"/>
            <a:ext cx="1437444" cy="1769162"/>
            <a:chOff x="0" y="0"/>
            <a:chExt cx="660400" cy="812800"/>
          </a:xfrm>
        </p:grpSpPr>
        <p:sp>
          <p:nvSpPr>
            <p:cNvPr id="372" name="Google Shape;372;p23"/>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3"/>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74" name="Google Shape;374;p23"/>
          <p:cNvGrpSpPr/>
          <p:nvPr/>
        </p:nvGrpSpPr>
        <p:grpSpPr>
          <a:xfrm>
            <a:off x="5073333" y="2923118"/>
            <a:ext cx="1593396" cy="1902460"/>
            <a:chOff x="0" y="-66675"/>
            <a:chExt cx="736600" cy="879475"/>
          </a:xfrm>
        </p:grpSpPr>
        <p:sp>
          <p:nvSpPr>
            <p:cNvPr id="375" name="Google Shape;375;p23"/>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376" name="Google Shape;376;p23"/>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77" name="Google Shape;377;p23"/>
          <p:cNvGrpSpPr/>
          <p:nvPr/>
        </p:nvGrpSpPr>
        <p:grpSpPr>
          <a:xfrm>
            <a:off x="2946861" y="3067348"/>
            <a:ext cx="1750384" cy="1758230"/>
            <a:chOff x="1813" y="0"/>
            <a:chExt cx="809173" cy="812800"/>
          </a:xfrm>
        </p:grpSpPr>
        <p:sp>
          <p:nvSpPr>
            <p:cNvPr id="378" name="Google Shape;378;p2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3"/>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380" name="Google Shape;380;p23"/>
          <p:cNvSpPr/>
          <p:nvPr/>
        </p:nvSpPr>
        <p:spPr>
          <a:xfrm rot="10779982">
            <a:off x="7044067" y="3048709"/>
            <a:ext cx="1782230" cy="1782073"/>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 name="Google Shape;381;p23"/>
          <p:cNvGrpSpPr/>
          <p:nvPr/>
        </p:nvGrpSpPr>
        <p:grpSpPr>
          <a:xfrm>
            <a:off x="1036268" y="656877"/>
            <a:ext cx="1593396" cy="1902460"/>
            <a:chOff x="0" y="-66675"/>
            <a:chExt cx="736600" cy="879475"/>
          </a:xfrm>
        </p:grpSpPr>
        <p:sp>
          <p:nvSpPr>
            <p:cNvPr id="382" name="Google Shape;382;p23"/>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383" name="Google Shape;383;p23"/>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384" name="Google Shape;384;p23"/>
          <p:cNvSpPr/>
          <p:nvPr/>
        </p:nvSpPr>
        <p:spPr>
          <a:xfrm rot="10779982">
            <a:off x="3007002" y="782468"/>
            <a:ext cx="1782230" cy="1782073"/>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 name="Google Shape;385;p23"/>
          <p:cNvGrpSpPr/>
          <p:nvPr/>
        </p:nvGrpSpPr>
        <p:grpSpPr>
          <a:xfrm>
            <a:off x="5170396" y="801107"/>
            <a:ext cx="1437444" cy="1769162"/>
            <a:chOff x="0" y="0"/>
            <a:chExt cx="660400" cy="812800"/>
          </a:xfrm>
        </p:grpSpPr>
        <p:sp>
          <p:nvSpPr>
            <p:cNvPr id="386" name="Google Shape;386;p23"/>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3"/>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8" name="Google Shape;388;p23"/>
          <p:cNvGrpSpPr/>
          <p:nvPr/>
        </p:nvGrpSpPr>
        <p:grpSpPr>
          <a:xfrm>
            <a:off x="6983925" y="801107"/>
            <a:ext cx="1750384" cy="1758230"/>
            <a:chOff x="1813" y="0"/>
            <a:chExt cx="809173" cy="812800"/>
          </a:xfrm>
        </p:grpSpPr>
        <p:sp>
          <p:nvSpPr>
            <p:cNvPr id="389" name="Google Shape;389;p2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3"/>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91" name="Google Shape;391;p23"/>
          <p:cNvGrpSpPr/>
          <p:nvPr/>
        </p:nvGrpSpPr>
        <p:grpSpPr>
          <a:xfrm>
            <a:off x="1133331" y="7675449"/>
            <a:ext cx="1437444" cy="1769162"/>
            <a:chOff x="0" y="0"/>
            <a:chExt cx="660400" cy="812800"/>
          </a:xfrm>
        </p:grpSpPr>
        <p:sp>
          <p:nvSpPr>
            <p:cNvPr id="392" name="Google Shape;392;p23"/>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3"/>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94" name="Google Shape;394;p23"/>
          <p:cNvGrpSpPr/>
          <p:nvPr/>
        </p:nvGrpSpPr>
        <p:grpSpPr>
          <a:xfrm>
            <a:off x="5073333" y="7531219"/>
            <a:ext cx="1593396" cy="1902460"/>
            <a:chOff x="0" y="-66675"/>
            <a:chExt cx="736600" cy="879475"/>
          </a:xfrm>
        </p:grpSpPr>
        <p:sp>
          <p:nvSpPr>
            <p:cNvPr id="395" name="Google Shape;395;p23"/>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A16AE8"/>
            </a:solidFill>
            <a:ln>
              <a:noFill/>
            </a:ln>
          </p:spPr>
        </p:sp>
        <p:sp>
          <p:nvSpPr>
            <p:cNvPr id="396" name="Google Shape;396;p23"/>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97" name="Google Shape;397;p23"/>
          <p:cNvGrpSpPr/>
          <p:nvPr/>
        </p:nvGrpSpPr>
        <p:grpSpPr>
          <a:xfrm>
            <a:off x="2946861" y="7675449"/>
            <a:ext cx="1750384" cy="1758230"/>
            <a:chOff x="1813" y="0"/>
            <a:chExt cx="809173" cy="812800"/>
          </a:xfrm>
        </p:grpSpPr>
        <p:sp>
          <p:nvSpPr>
            <p:cNvPr id="398" name="Google Shape;398;p2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3"/>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00" name="Google Shape;400;p23"/>
          <p:cNvSpPr/>
          <p:nvPr/>
        </p:nvSpPr>
        <p:spPr>
          <a:xfrm rot="10779982">
            <a:off x="7044067" y="7656810"/>
            <a:ext cx="1782230" cy="1782073"/>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23"/>
          <p:cNvGrpSpPr/>
          <p:nvPr/>
        </p:nvGrpSpPr>
        <p:grpSpPr>
          <a:xfrm>
            <a:off x="1036268" y="5264978"/>
            <a:ext cx="1593396" cy="1902460"/>
            <a:chOff x="0" y="-66675"/>
            <a:chExt cx="736600" cy="879475"/>
          </a:xfrm>
        </p:grpSpPr>
        <p:sp>
          <p:nvSpPr>
            <p:cNvPr id="402" name="Google Shape;402;p23"/>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403" name="Google Shape;403;p23"/>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04" name="Google Shape;404;p23"/>
          <p:cNvSpPr/>
          <p:nvPr/>
        </p:nvSpPr>
        <p:spPr>
          <a:xfrm rot="10779982">
            <a:off x="3007002" y="5390569"/>
            <a:ext cx="1782230" cy="1782073"/>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 name="Google Shape;405;p23"/>
          <p:cNvGrpSpPr/>
          <p:nvPr/>
        </p:nvGrpSpPr>
        <p:grpSpPr>
          <a:xfrm>
            <a:off x="5170396" y="5409208"/>
            <a:ext cx="1437444" cy="1769162"/>
            <a:chOff x="0" y="0"/>
            <a:chExt cx="660400" cy="812800"/>
          </a:xfrm>
        </p:grpSpPr>
        <p:sp>
          <p:nvSpPr>
            <p:cNvPr id="406" name="Google Shape;406;p23"/>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3"/>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08" name="Google Shape;408;p23"/>
          <p:cNvGrpSpPr/>
          <p:nvPr/>
        </p:nvGrpSpPr>
        <p:grpSpPr>
          <a:xfrm>
            <a:off x="6983925" y="5409208"/>
            <a:ext cx="1750384" cy="1758230"/>
            <a:chOff x="1813" y="0"/>
            <a:chExt cx="809173" cy="812800"/>
          </a:xfrm>
        </p:grpSpPr>
        <p:sp>
          <p:nvSpPr>
            <p:cNvPr id="409" name="Google Shape;409;p23"/>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3"/>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11" name="Google Shape;411;p23"/>
          <p:cNvSpPr/>
          <p:nvPr/>
        </p:nvSpPr>
        <p:spPr>
          <a:xfrm>
            <a:off x="10248737" y="7388404"/>
            <a:ext cx="7178983" cy="100665"/>
          </a:xfrm>
          <a:custGeom>
            <a:avLst/>
            <a:gdLst/>
            <a:ahLst/>
            <a:cxnLst/>
            <a:rect l="l" t="t" r="r" b="b"/>
            <a:pathLst>
              <a:path w="1890761" h="26512" extrusionOk="0">
                <a:moveTo>
                  <a:pt x="0" y="0"/>
                </a:moveTo>
                <a:lnTo>
                  <a:pt x="1890761" y="0"/>
                </a:lnTo>
                <a:lnTo>
                  <a:pt x="1890761" y="26512"/>
                </a:lnTo>
                <a:lnTo>
                  <a:pt x="0" y="26512"/>
                </a:lnTo>
                <a:close/>
              </a:path>
            </a:pathLst>
          </a:custGeom>
          <a:solidFill>
            <a:srgbClr val="4BB8BE"/>
          </a:solidFill>
          <a:ln>
            <a:noFill/>
          </a:ln>
        </p:spPr>
      </p:sp>
      <p:sp>
        <p:nvSpPr>
          <p:cNvPr id="412" name="Google Shape;412;p23"/>
          <p:cNvSpPr txBox="1"/>
          <p:nvPr/>
        </p:nvSpPr>
        <p:spPr>
          <a:xfrm>
            <a:off x="9994210" y="239250"/>
            <a:ext cx="7795354" cy="1218795"/>
          </a:xfrm>
          <a:prstGeom prst="rect">
            <a:avLst/>
          </a:prstGeom>
          <a:noFill/>
          <a:ln>
            <a:noFill/>
          </a:ln>
        </p:spPr>
        <p:txBody>
          <a:bodyPr spcFirstLastPara="1" wrap="square" lIns="0" tIns="0" rIns="0" bIns="0" anchor="t" anchorCtr="0">
            <a:spAutoFit/>
          </a:bodyPr>
          <a:lstStyle/>
          <a:p>
            <a:pPr lvl="0">
              <a:lnSpc>
                <a:spcPct val="120000"/>
              </a:lnSpc>
            </a:pPr>
            <a:r>
              <a:rPr lang="en-IN" dirty="0"/>
              <a:t> </a:t>
            </a:r>
            <a:r>
              <a:rPr lang="en-IN" sz="6600" b="1" dirty="0">
                <a:latin typeface="Times New Roman" panose="02020603050405020304" pitchFamily="18" charset="0"/>
                <a:cs typeface="Times New Roman" panose="02020603050405020304" pitchFamily="18" charset="0"/>
              </a:rPr>
              <a:t>Data Structures Used</a:t>
            </a:r>
            <a:endParaRPr sz="6600" b="1" dirty="0">
              <a:latin typeface="Times New Roman" panose="02020603050405020304" pitchFamily="18" charset="0"/>
              <a:cs typeface="Times New Roman" panose="02020603050405020304" pitchFamily="18" charset="0"/>
            </a:endParaRPr>
          </a:p>
        </p:txBody>
      </p:sp>
      <p:sp>
        <p:nvSpPr>
          <p:cNvPr id="2" name="Rectangle 1"/>
          <p:cNvSpPr/>
          <p:nvPr/>
        </p:nvSpPr>
        <p:spPr>
          <a:xfrm>
            <a:off x="9509959" y="1873198"/>
            <a:ext cx="9108241" cy="3970318"/>
          </a:xfrm>
          <a:prstGeom prst="rect">
            <a:avLst/>
          </a:prstGeom>
        </p:spPr>
        <p:txBody>
          <a:bodyPr wrap="square">
            <a:spAutoFit/>
          </a:bodyPr>
          <a:lstStyle/>
          <a:p>
            <a:pPr>
              <a:lnSpc>
                <a:spcPct val="150000"/>
              </a:lnSpc>
            </a:pPr>
            <a:r>
              <a:rPr lang="en-IN" sz="2800" dirty="0">
                <a:latin typeface="Times New Roman" panose="02020603050405020304" pitchFamily="18" charset="0"/>
                <a:cs typeface="Times New Roman" panose="02020603050405020304" pitchFamily="18" charset="0"/>
              </a:rPr>
              <a:t>Adjacency list for graph </a:t>
            </a:r>
            <a:r>
              <a:rPr lang="en-IN" sz="2800" dirty="0" smtClean="0">
                <a:latin typeface="Times New Roman" panose="02020603050405020304" pitchFamily="18" charset="0"/>
                <a:cs typeface="Times New Roman" panose="02020603050405020304" pitchFamily="18" charset="0"/>
              </a:rPr>
              <a:t>storage Priority </a:t>
            </a:r>
            <a:r>
              <a:rPr lang="en-IN" sz="2800" dirty="0">
                <a:latin typeface="Times New Roman" panose="02020603050405020304" pitchFamily="18" charset="0"/>
                <a:cs typeface="Times New Roman" panose="02020603050405020304" pitchFamily="18" charset="0"/>
              </a:rPr>
              <a:t>queue for minimum distance </a:t>
            </a:r>
            <a:r>
              <a:rPr lang="en-IN" sz="2800" dirty="0" smtClean="0">
                <a:latin typeface="Times New Roman" panose="02020603050405020304" pitchFamily="18" charset="0"/>
                <a:cs typeface="Times New Roman" panose="02020603050405020304" pitchFamily="18" charset="0"/>
              </a:rPr>
              <a:t>selection Arrays </a:t>
            </a:r>
            <a:r>
              <a:rPr lang="en-IN" sz="2800" dirty="0">
                <a:latin typeface="Times New Roman" panose="02020603050405020304" pitchFamily="18" charset="0"/>
                <a:cs typeface="Times New Roman" panose="02020603050405020304" pitchFamily="18" charset="0"/>
              </a:rPr>
              <a:t>/ vectors for distance and visited </a:t>
            </a:r>
            <a:r>
              <a:rPr lang="en-IN" sz="2800" dirty="0" smtClean="0">
                <a:latin typeface="Times New Roman" panose="02020603050405020304" pitchFamily="18" charset="0"/>
                <a:cs typeface="Times New Roman" panose="02020603050405020304" pitchFamily="18" charset="0"/>
              </a:rPr>
              <a:t>nodes STL </a:t>
            </a:r>
            <a:r>
              <a:rPr lang="en-IN" sz="2800" dirty="0">
                <a:latin typeface="Times New Roman" panose="02020603050405020304" pitchFamily="18" charset="0"/>
                <a:cs typeface="Times New Roman" panose="02020603050405020304" pitchFamily="18" charset="0"/>
              </a:rPr>
              <a:t>used for </a:t>
            </a:r>
            <a:r>
              <a:rPr lang="en-IN" sz="2800" dirty="0" smtClean="0">
                <a:latin typeface="Times New Roman" panose="02020603050405020304" pitchFamily="18" charset="0"/>
                <a:cs typeface="Times New Roman" panose="02020603050405020304" pitchFamily="18" charset="0"/>
              </a:rPr>
              <a:t>implementation Improves </a:t>
            </a:r>
            <a:r>
              <a:rPr lang="en-IN" sz="2800" dirty="0">
                <a:latin typeface="Times New Roman" panose="02020603050405020304" pitchFamily="18" charset="0"/>
                <a:cs typeface="Times New Roman" panose="02020603050405020304" pitchFamily="18" charset="0"/>
              </a:rPr>
              <a:t>performance and </a:t>
            </a:r>
            <a:r>
              <a:rPr lang="en-IN" sz="2800" dirty="0" smtClean="0">
                <a:latin typeface="Times New Roman" panose="02020603050405020304" pitchFamily="18" charset="0"/>
                <a:cs typeface="Times New Roman" panose="02020603050405020304" pitchFamily="18" charset="0"/>
              </a:rPr>
              <a:t>readability Reduces </a:t>
            </a:r>
            <a:r>
              <a:rPr lang="en-IN" sz="2800" dirty="0">
                <a:latin typeface="Times New Roman" panose="02020603050405020304" pitchFamily="18" charset="0"/>
                <a:cs typeface="Times New Roman" panose="02020603050405020304" pitchFamily="18" charset="0"/>
              </a:rPr>
              <a:t>coding </a:t>
            </a:r>
            <a:r>
              <a:rPr lang="en-IN" sz="2800" dirty="0" smtClean="0">
                <a:latin typeface="Times New Roman" panose="02020603050405020304" pitchFamily="18" charset="0"/>
                <a:cs typeface="Times New Roman" panose="02020603050405020304" pitchFamily="18" charset="0"/>
              </a:rPr>
              <a:t>complexity</a:t>
            </a:r>
          </a:p>
          <a:p>
            <a:pPr>
              <a:lnSpc>
                <a:spcPct val="150000"/>
              </a:lnSpc>
            </a:pP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Pair structure used to store destination node and edge </a:t>
            </a:r>
            <a:r>
              <a:rPr lang="en-US" sz="2800" dirty="0" smtClean="0">
                <a:latin typeface="Times New Roman" panose="02020603050405020304" pitchFamily="18" charset="0"/>
                <a:cs typeface="Times New Roman" panose="02020603050405020304" pitchFamily="18" charset="0"/>
              </a:rPr>
              <a:t>weight </a:t>
            </a:r>
            <a:r>
              <a:rPr lang="en-US" sz="2800" dirty="0">
                <a:latin typeface="Times New Roman" panose="02020603050405020304" pitchFamily="18" charset="0"/>
                <a:cs typeface="Times New Roman" panose="02020603050405020304" pitchFamily="18" charset="0"/>
              </a:rPr>
              <a:t>Boolean or integer array used to mark visited nodes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1"/>
          <p:cNvSpPr/>
          <p:nvPr/>
        </p:nvSpPr>
        <p:spPr>
          <a:xfrm>
            <a:off x="0" y="3803717"/>
            <a:ext cx="4572000" cy="6495984"/>
          </a:xfrm>
          <a:custGeom>
            <a:avLst/>
            <a:gdLst/>
            <a:ahLst/>
            <a:cxnLst/>
            <a:rect l="l" t="t" r="r" b="b"/>
            <a:pathLst>
              <a:path w="342818" h="498958" extrusionOk="0">
                <a:moveTo>
                  <a:pt x="0" y="0"/>
                </a:moveTo>
                <a:lnTo>
                  <a:pt x="342818" y="0"/>
                </a:lnTo>
                <a:lnTo>
                  <a:pt x="342818" y="498958"/>
                </a:lnTo>
                <a:lnTo>
                  <a:pt x="0" y="498958"/>
                </a:lnTo>
                <a:close/>
              </a:path>
            </a:pathLst>
          </a:custGeom>
          <a:solidFill>
            <a:srgbClr val="A16AE8"/>
          </a:solidFill>
          <a:ln>
            <a:noFill/>
          </a:ln>
        </p:spPr>
      </p:sp>
      <p:sp>
        <p:nvSpPr>
          <p:cNvPr id="328" name="Google Shape;328;p21"/>
          <p:cNvSpPr/>
          <p:nvPr/>
        </p:nvSpPr>
        <p:spPr>
          <a:xfrm>
            <a:off x="4588473" y="3791016"/>
            <a:ext cx="4572000" cy="6495984"/>
          </a:xfrm>
          <a:custGeom>
            <a:avLst/>
            <a:gdLst/>
            <a:ahLst/>
            <a:cxnLst/>
            <a:rect l="l" t="t" r="r" b="b"/>
            <a:pathLst>
              <a:path w="342818" h="490189" extrusionOk="0">
                <a:moveTo>
                  <a:pt x="0" y="0"/>
                </a:moveTo>
                <a:lnTo>
                  <a:pt x="342818" y="0"/>
                </a:lnTo>
                <a:lnTo>
                  <a:pt x="342818" y="490189"/>
                </a:lnTo>
                <a:lnTo>
                  <a:pt x="0" y="490189"/>
                </a:lnTo>
                <a:close/>
              </a:path>
            </a:pathLst>
          </a:custGeom>
          <a:solidFill>
            <a:srgbClr val="4BB8BE"/>
          </a:solidFill>
          <a:ln>
            <a:noFill/>
          </a:ln>
        </p:spPr>
      </p:sp>
      <p:sp>
        <p:nvSpPr>
          <p:cNvPr id="329" name="Google Shape;329;p21"/>
          <p:cNvSpPr/>
          <p:nvPr/>
        </p:nvSpPr>
        <p:spPr>
          <a:xfrm>
            <a:off x="9144000" y="3791016"/>
            <a:ext cx="4572000" cy="6495984"/>
          </a:xfrm>
          <a:custGeom>
            <a:avLst/>
            <a:gdLst/>
            <a:ahLst/>
            <a:cxnLst/>
            <a:rect l="l" t="t" r="r" b="b"/>
            <a:pathLst>
              <a:path w="342818" h="487082" extrusionOk="0">
                <a:moveTo>
                  <a:pt x="0" y="0"/>
                </a:moveTo>
                <a:lnTo>
                  <a:pt x="342818" y="0"/>
                </a:lnTo>
                <a:lnTo>
                  <a:pt x="342818" y="487082"/>
                </a:lnTo>
                <a:lnTo>
                  <a:pt x="0" y="487082"/>
                </a:lnTo>
                <a:close/>
              </a:path>
            </a:pathLst>
          </a:custGeom>
          <a:solidFill>
            <a:srgbClr val="F4C500"/>
          </a:solidFill>
          <a:ln>
            <a:noFill/>
          </a:ln>
        </p:spPr>
      </p:sp>
      <p:sp>
        <p:nvSpPr>
          <p:cNvPr id="330" name="Google Shape;330;p21"/>
          <p:cNvSpPr/>
          <p:nvPr/>
        </p:nvSpPr>
        <p:spPr>
          <a:xfrm>
            <a:off x="13788305" y="3816416"/>
            <a:ext cx="4572000" cy="6495984"/>
          </a:xfrm>
          <a:custGeom>
            <a:avLst/>
            <a:gdLst/>
            <a:ahLst/>
            <a:cxnLst/>
            <a:rect l="l" t="t" r="r" b="b"/>
            <a:pathLst>
              <a:path w="342818" h="487082" extrusionOk="0">
                <a:moveTo>
                  <a:pt x="0" y="0"/>
                </a:moveTo>
                <a:lnTo>
                  <a:pt x="342818" y="0"/>
                </a:lnTo>
                <a:lnTo>
                  <a:pt x="342818" y="487082"/>
                </a:lnTo>
                <a:lnTo>
                  <a:pt x="0" y="487082"/>
                </a:lnTo>
                <a:close/>
              </a:path>
            </a:pathLst>
          </a:custGeom>
          <a:solidFill>
            <a:srgbClr val="EE604A"/>
          </a:solidFill>
          <a:ln>
            <a:noFill/>
          </a:ln>
        </p:spPr>
      </p:sp>
      <p:sp>
        <p:nvSpPr>
          <p:cNvPr id="333" name="Google Shape;333;p21"/>
          <p:cNvSpPr txBox="1"/>
          <p:nvPr/>
        </p:nvSpPr>
        <p:spPr>
          <a:xfrm>
            <a:off x="914400" y="970413"/>
            <a:ext cx="12322393" cy="1320361"/>
          </a:xfrm>
          <a:prstGeom prst="rect">
            <a:avLst/>
          </a:prstGeom>
          <a:noFill/>
          <a:ln>
            <a:noFill/>
          </a:ln>
        </p:spPr>
        <p:txBody>
          <a:bodyPr spcFirstLastPara="1" wrap="square" lIns="0" tIns="0" rIns="0" bIns="0" anchor="t" anchorCtr="0">
            <a:spAutoFit/>
          </a:bodyPr>
          <a:lstStyle/>
          <a:p>
            <a:pPr lvl="0">
              <a:lnSpc>
                <a:spcPct val="130000"/>
              </a:lnSpc>
            </a:pPr>
            <a:r>
              <a:rPr lang="en-IN" sz="6600" b="1" dirty="0">
                <a:latin typeface="Times New Roman" panose="02020603050405020304" pitchFamily="18" charset="0"/>
                <a:cs typeface="Times New Roman" panose="02020603050405020304" pitchFamily="18" charset="0"/>
              </a:rPr>
              <a:t>Features of the Project</a:t>
            </a:r>
            <a:endParaRPr sz="6600" b="1" dirty="0">
              <a:latin typeface="Times New Roman" panose="02020603050405020304" pitchFamily="18" charset="0"/>
              <a:cs typeface="Times New Roman" panose="02020603050405020304" pitchFamily="18" charset="0"/>
            </a:endParaRPr>
          </a:p>
        </p:txBody>
      </p:sp>
      <p:sp>
        <p:nvSpPr>
          <p:cNvPr id="334" name="Google Shape;334;p21"/>
          <p:cNvSpPr/>
          <p:nvPr/>
        </p:nvSpPr>
        <p:spPr>
          <a:xfrm>
            <a:off x="11518778" y="3463024"/>
            <a:ext cx="1511402" cy="1667754"/>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A16AE8"/>
          </a:solidFill>
          <a:ln>
            <a:noFill/>
          </a:ln>
        </p:spPr>
      </p:sp>
      <p:sp>
        <p:nvSpPr>
          <p:cNvPr id="335" name="Google Shape;335;p21"/>
          <p:cNvSpPr/>
          <p:nvPr/>
        </p:nvSpPr>
        <p:spPr>
          <a:xfrm>
            <a:off x="6975024" y="3463024"/>
            <a:ext cx="1672977" cy="1680476"/>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1"/>
          <p:cNvSpPr/>
          <p:nvPr/>
        </p:nvSpPr>
        <p:spPr>
          <a:xfrm rot="10779982">
            <a:off x="16224297" y="3467421"/>
            <a:ext cx="1470037" cy="1469907"/>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1"/>
          <p:cNvSpPr/>
          <p:nvPr/>
        </p:nvSpPr>
        <p:spPr>
          <a:xfrm rot="-10778180">
            <a:off x="2632925" y="3467340"/>
            <a:ext cx="1365451" cy="1680555"/>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1"/>
          <p:cNvSpPr txBox="1"/>
          <p:nvPr/>
        </p:nvSpPr>
        <p:spPr>
          <a:xfrm>
            <a:off x="1071137" y="5969655"/>
            <a:ext cx="2429727" cy="1477328"/>
          </a:xfrm>
          <a:prstGeom prst="rect">
            <a:avLst/>
          </a:prstGeom>
          <a:noFill/>
          <a:ln>
            <a:noFill/>
          </a:ln>
        </p:spPr>
        <p:txBody>
          <a:bodyPr spcFirstLastPara="1" wrap="square" lIns="0" tIns="0" rIns="0" bIns="0" anchor="t" anchorCtr="0">
            <a:spAutoFit/>
          </a:bodyPr>
          <a:lstStyle/>
          <a:p>
            <a:pPr lvl="0" algn="ctr">
              <a:lnSpc>
                <a:spcPct val="120008"/>
              </a:lnSpc>
            </a:pPr>
            <a:r>
              <a:rPr lang="en-IN" sz="4000" dirty="0">
                <a:latin typeface="Times New Roman" panose="02020603050405020304" pitchFamily="18" charset="0"/>
                <a:cs typeface="Times New Roman" panose="02020603050405020304" pitchFamily="18" charset="0"/>
              </a:rPr>
              <a:t>Fast route calculation</a:t>
            </a:r>
            <a:endParaRPr sz="4000" dirty="0">
              <a:latin typeface="Times New Roman" panose="02020603050405020304" pitchFamily="18" charset="0"/>
              <a:cs typeface="Times New Roman" panose="02020603050405020304" pitchFamily="18" charset="0"/>
            </a:endParaRPr>
          </a:p>
        </p:txBody>
      </p:sp>
      <p:sp>
        <p:nvSpPr>
          <p:cNvPr id="347" name="Google Shape;347;p21"/>
          <p:cNvSpPr txBox="1"/>
          <p:nvPr/>
        </p:nvSpPr>
        <p:spPr>
          <a:xfrm>
            <a:off x="4968724" y="5359401"/>
            <a:ext cx="3366170" cy="2954655"/>
          </a:xfrm>
          <a:prstGeom prst="rect">
            <a:avLst/>
          </a:prstGeom>
          <a:noFill/>
          <a:ln>
            <a:noFill/>
          </a:ln>
        </p:spPr>
        <p:txBody>
          <a:bodyPr spcFirstLastPara="1" wrap="square" lIns="0" tIns="0" rIns="0" bIns="0" anchor="t" anchorCtr="0">
            <a:spAutoFit/>
          </a:bodyPr>
          <a:lstStyle/>
          <a:p>
            <a:pPr lvl="0" algn="ctr">
              <a:lnSpc>
                <a:spcPct val="120008"/>
              </a:lnSpc>
            </a:pPr>
            <a:r>
              <a:rPr lang="en-US" sz="4000" dirty="0">
                <a:latin typeface="Times New Roman" panose="02020603050405020304" pitchFamily="18" charset="0"/>
                <a:cs typeface="Times New Roman" panose="02020603050405020304" pitchFamily="18" charset="0"/>
              </a:rPr>
              <a:t>Simple and efficient </a:t>
            </a:r>
            <a:r>
              <a:rPr lang="en-US" sz="4000" dirty="0" smtClean="0">
                <a:latin typeface="Times New Roman" panose="02020603050405020304" pitchFamily="18" charset="0"/>
                <a:cs typeface="Times New Roman" panose="02020603050405020304" pitchFamily="18" charset="0"/>
              </a:rPr>
              <a:t>logic Easy </a:t>
            </a:r>
            <a:r>
              <a:rPr lang="en-US" sz="4000" dirty="0">
                <a:latin typeface="Times New Roman" panose="02020603050405020304" pitchFamily="18" charset="0"/>
                <a:cs typeface="Times New Roman" panose="02020603050405020304" pitchFamily="18" charset="0"/>
              </a:rPr>
              <a:t>to modify and extend</a:t>
            </a:r>
            <a:endParaRPr sz="4000" dirty="0">
              <a:latin typeface="Times New Roman" panose="02020603050405020304" pitchFamily="18" charset="0"/>
              <a:cs typeface="Times New Roman" panose="02020603050405020304" pitchFamily="18" charset="0"/>
            </a:endParaRPr>
          </a:p>
        </p:txBody>
      </p:sp>
      <p:sp>
        <p:nvSpPr>
          <p:cNvPr id="349" name="Google Shape;349;p21"/>
          <p:cNvSpPr txBox="1"/>
          <p:nvPr/>
        </p:nvSpPr>
        <p:spPr>
          <a:xfrm>
            <a:off x="9372601" y="5458770"/>
            <a:ext cx="3760560" cy="3323987"/>
          </a:xfrm>
          <a:prstGeom prst="rect">
            <a:avLst/>
          </a:prstGeom>
          <a:noFill/>
          <a:ln>
            <a:noFill/>
          </a:ln>
        </p:spPr>
        <p:txBody>
          <a:bodyPr spcFirstLastPara="1" wrap="square" lIns="0" tIns="0" rIns="0" bIns="0" anchor="t" anchorCtr="0">
            <a:spAutoFit/>
          </a:bodyPr>
          <a:lstStyle/>
          <a:p>
            <a:pPr lvl="0" algn="ctr">
              <a:lnSpc>
                <a:spcPct val="120000"/>
              </a:lnSpc>
            </a:pPr>
            <a:r>
              <a:rPr lang="en-US" sz="3600" dirty="0">
                <a:latin typeface="Times New Roman" panose="02020603050405020304" pitchFamily="18" charset="0"/>
                <a:cs typeface="Times New Roman" panose="02020603050405020304" pitchFamily="18" charset="0"/>
              </a:rPr>
              <a:t>Suitable for small and medium </a:t>
            </a:r>
            <a:r>
              <a:rPr lang="en-US" sz="3600" dirty="0" smtClean="0">
                <a:latin typeface="Times New Roman" panose="02020603050405020304" pitchFamily="18" charset="0"/>
                <a:cs typeface="Times New Roman" panose="02020603050405020304" pitchFamily="18" charset="0"/>
              </a:rPr>
              <a:t>networks </a:t>
            </a:r>
          </a:p>
          <a:p>
            <a:pPr lvl="0" algn="ctr">
              <a:lnSpc>
                <a:spcPct val="120000"/>
              </a:lnSpc>
            </a:pPr>
            <a:r>
              <a:rPr lang="en-US" sz="3600" dirty="0" smtClean="0">
                <a:latin typeface="Times New Roman" panose="02020603050405020304" pitchFamily="18" charset="0"/>
                <a:cs typeface="Times New Roman" panose="02020603050405020304" pitchFamily="18" charset="0"/>
              </a:rPr>
              <a:t>Console-based </a:t>
            </a:r>
            <a:r>
              <a:rPr lang="en-US" sz="3600" dirty="0">
                <a:latin typeface="Times New Roman" panose="02020603050405020304" pitchFamily="18" charset="0"/>
                <a:cs typeface="Times New Roman" panose="02020603050405020304" pitchFamily="18" charset="0"/>
              </a:rPr>
              <a:t>user interaction</a:t>
            </a:r>
            <a:endParaRPr sz="3600" dirty="0">
              <a:latin typeface="Times New Roman" panose="02020603050405020304" pitchFamily="18" charset="0"/>
              <a:cs typeface="Times New Roman" panose="02020603050405020304" pitchFamily="18" charset="0"/>
            </a:endParaRPr>
          </a:p>
        </p:txBody>
      </p:sp>
      <p:sp>
        <p:nvSpPr>
          <p:cNvPr id="352" name="Google Shape;352;p21"/>
          <p:cNvSpPr txBox="1"/>
          <p:nvPr/>
        </p:nvSpPr>
        <p:spPr>
          <a:xfrm>
            <a:off x="14379381" y="5832001"/>
            <a:ext cx="3389847" cy="1477328"/>
          </a:xfrm>
          <a:prstGeom prst="rect">
            <a:avLst/>
          </a:prstGeom>
          <a:noFill/>
          <a:ln>
            <a:noFill/>
          </a:ln>
        </p:spPr>
        <p:txBody>
          <a:bodyPr spcFirstLastPara="1" wrap="square" lIns="0" tIns="0" rIns="0" bIns="0" anchor="t" anchorCtr="0">
            <a:spAutoFit/>
          </a:bodyPr>
          <a:lstStyle/>
          <a:p>
            <a:pPr lvl="0" algn="ctr">
              <a:lnSpc>
                <a:spcPct val="120000"/>
              </a:lnSpc>
            </a:pPr>
            <a:r>
              <a:rPr lang="en-US" sz="4000" dirty="0">
                <a:solidFill>
                  <a:srgbClr val="191919"/>
                </a:solidFill>
                <a:latin typeface="Times New Roman" panose="02020603050405020304" pitchFamily="18" charset="0"/>
                <a:ea typeface="Fira Sans"/>
                <a:cs typeface="Times New Roman" panose="02020603050405020304" pitchFamily="18" charset="0"/>
                <a:sym typeface="Fira Sans"/>
              </a:rPr>
              <a:t>Clear output display</a:t>
            </a:r>
            <a:endParaRPr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25"/>
          <p:cNvSpPr txBox="1"/>
          <p:nvPr/>
        </p:nvSpPr>
        <p:spPr>
          <a:xfrm>
            <a:off x="0" y="-253157"/>
            <a:ext cx="3086100" cy="3339257"/>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sp>
        <p:nvSpPr>
          <p:cNvPr id="472" name="Google Shape;472;p25"/>
          <p:cNvSpPr txBox="1"/>
          <p:nvPr/>
        </p:nvSpPr>
        <p:spPr>
          <a:xfrm>
            <a:off x="653499" y="734159"/>
            <a:ext cx="8901455" cy="1329595"/>
          </a:xfrm>
          <a:prstGeom prst="rect">
            <a:avLst/>
          </a:prstGeom>
          <a:noFill/>
          <a:ln>
            <a:noFill/>
          </a:ln>
        </p:spPr>
        <p:txBody>
          <a:bodyPr spcFirstLastPara="1" wrap="square" lIns="0" tIns="0" rIns="0" bIns="0" anchor="t" anchorCtr="0">
            <a:spAutoFit/>
          </a:bodyPr>
          <a:lstStyle/>
          <a:p>
            <a:pPr lvl="0">
              <a:lnSpc>
                <a:spcPct val="120000"/>
              </a:lnSpc>
            </a:pPr>
            <a:r>
              <a:rPr lang="en-IN" sz="7200" b="1" dirty="0" smtClean="0">
                <a:latin typeface="Times New Roman" panose="02020603050405020304" pitchFamily="18" charset="0"/>
                <a:cs typeface="Times New Roman" panose="02020603050405020304" pitchFamily="18" charset="0"/>
              </a:rPr>
              <a:t>Applications….</a:t>
            </a:r>
            <a:endParaRPr sz="7200" b="1" dirty="0">
              <a:latin typeface="Times New Roman" panose="02020603050405020304" pitchFamily="18" charset="0"/>
              <a:cs typeface="Times New Roman" panose="02020603050405020304" pitchFamily="18" charset="0"/>
            </a:endParaRPr>
          </a:p>
        </p:txBody>
      </p:sp>
      <p:sp>
        <p:nvSpPr>
          <p:cNvPr id="473" name="Google Shape;473;p25"/>
          <p:cNvSpPr/>
          <p:nvPr/>
        </p:nvSpPr>
        <p:spPr>
          <a:xfrm>
            <a:off x="177800" y="3791016"/>
            <a:ext cx="18288001" cy="6495984"/>
          </a:xfrm>
          <a:custGeom>
            <a:avLst/>
            <a:gdLst/>
            <a:ahLst/>
            <a:cxnLst/>
            <a:rect l="l" t="t" r="r" b="b"/>
            <a:pathLst>
              <a:path w="1280043" h="454677" extrusionOk="0">
                <a:moveTo>
                  <a:pt x="0" y="0"/>
                </a:moveTo>
                <a:lnTo>
                  <a:pt x="1280043" y="0"/>
                </a:lnTo>
                <a:lnTo>
                  <a:pt x="1280043" y="454677"/>
                </a:lnTo>
                <a:lnTo>
                  <a:pt x="0" y="454677"/>
                </a:lnTo>
                <a:close/>
              </a:path>
            </a:pathLst>
          </a:custGeom>
          <a:solidFill>
            <a:srgbClr val="A16AE8"/>
          </a:solidFill>
          <a:ln>
            <a:noFill/>
          </a:ln>
        </p:spPr>
      </p:sp>
      <p:cxnSp>
        <p:nvCxnSpPr>
          <p:cNvPr id="475" name="Google Shape;475;p25"/>
          <p:cNvCxnSpPr/>
          <p:nvPr/>
        </p:nvCxnSpPr>
        <p:spPr>
          <a:xfrm rot="10800000" flipH="1">
            <a:off x="0" y="3739258"/>
            <a:ext cx="18288000" cy="32642"/>
          </a:xfrm>
          <a:prstGeom prst="straightConnector1">
            <a:avLst/>
          </a:prstGeom>
          <a:noFill/>
          <a:ln w="133350" cap="flat" cmpd="sng">
            <a:solidFill>
              <a:srgbClr val="4BB8BE"/>
            </a:solidFill>
            <a:prstDash val="solid"/>
            <a:round/>
            <a:headEnd type="none" w="sm" len="sm"/>
            <a:tailEnd type="none" w="sm" len="sm"/>
          </a:ln>
        </p:spPr>
      </p:cxnSp>
      <p:sp>
        <p:nvSpPr>
          <p:cNvPr id="478" name="Google Shape;478;p25"/>
          <p:cNvSpPr txBox="1"/>
          <p:nvPr/>
        </p:nvSpPr>
        <p:spPr>
          <a:xfrm>
            <a:off x="397048" y="5678419"/>
            <a:ext cx="3101467" cy="1661993"/>
          </a:xfrm>
          <a:prstGeom prst="rect">
            <a:avLst/>
          </a:prstGeom>
          <a:noFill/>
          <a:ln>
            <a:noFill/>
          </a:ln>
        </p:spPr>
        <p:txBody>
          <a:bodyPr spcFirstLastPara="1" wrap="square" lIns="0" tIns="0" rIns="0" bIns="0" anchor="t" anchorCtr="0">
            <a:spAutoFit/>
          </a:bodyPr>
          <a:lstStyle/>
          <a:p>
            <a:pPr lvl="0"/>
            <a:r>
              <a:rPr lang="en-US" sz="3600" dirty="0">
                <a:solidFill>
                  <a:srgbClr val="FFFFFF"/>
                </a:solidFill>
                <a:latin typeface="Times New Roman" panose="02020603050405020304" pitchFamily="18" charset="0"/>
                <a:ea typeface="Assistant"/>
                <a:cs typeface="Times New Roman" panose="02020603050405020304" pitchFamily="18" charset="0"/>
                <a:sym typeface="Assistant"/>
              </a:rPr>
              <a:t>GPS and navigation systems</a:t>
            </a:r>
            <a:endParaRPr sz="3600" dirty="0">
              <a:latin typeface="Times New Roman" panose="02020603050405020304" pitchFamily="18" charset="0"/>
              <a:cs typeface="Times New Roman" panose="02020603050405020304" pitchFamily="18" charset="0"/>
            </a:endParaRPr>
          </a:p>
        </p:txBody>
      </p:sp>
      <p:grpSp>
        <p:nvGrpSpPr>
          <p:cNvPr id="479" name="Google Shape;479;p25"/>
          <p:cNvGrpSpPr/>
          <p:nvPr/>
        </p:nvGrpSpPr>
        <p:grpSpPr>
          <a:xfrm>
            <a:off x="9342117" y="2669087"/>
            <a:ext cx="1437444" cy="1769162"/>
            <a:chOff x="0" y="0"/>
            <a:chExt cx="660400" cy="812800"/>
          </a:xfrm>
        </p:grpSpPr>
        <p:sp>
          <p:nvSpPr>
            <p:cNvPr id="480" name="Google Shape;480;p25"/>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txBox="1"/>
            <p:nvPr/>
          </p:nvSpPr>
          <p:spPr>
            <a:xfrm>
              <a:off x="0" y="60325"/>
              <a:ext cx="6604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82" name="Google Shape;482;p25"/>
          <p:cNvGrpSpPr/>
          <p:nvPr/>
        </p:nvGrpSpPr>
        <p:grpSpPr>
          <a:xfrm>
            <a:off x="3692141" y="2890093"/>
            <a:ext cx="1593396" cy="1902460"/>
            <a:chOff x="0" y="-66675"/>
            <a:chExt cx="736600" cy="879475"/>
          </a:xfrm>
        </p:grpSpPr>
        <p:sp>
          <p:nvSpPr>
            <p:cNvPr id="483" name="Google Shape;483;p25"/>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484" name="Google Shape;484;p25"/>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85" name="Google Shape;485;p25"/>
          <p:cNvGrpSpPr/>
          <p:nvPr/>
        </p:nvGrpSpPr>
        <p:grpSpPr>
          <a:xfrm>
            <a:off x="577299" y="3034323"/>
            <a:ext cx="1750384" cy="1758230"/>
            <a:chOff x="1813" y="0"/>
            <a:chExt cx="809173" cy="812800"/>
          </a:xfrm>
        </p:grpSpPr>
        <p:sp>
          <p:nvSpPr>
            <p:cNvPr id="486" name="Google Shape;486;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488" name="Google Shape;488;p25"/>
          <p:cNvSpPr/>
          <p:nvPr/>
        </p:nvSpPr>
        <p:spPr>
          <a:xfrm rot="10779982">
            <a:off x="6482577" y="2855793"/>
            <a:ext cx="1782230" cy="1782073"/>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txBox="1"/>
          <p:nvPr/>
        </p:nvSpPr>
        <p:spPr>
          <a:xfrm>
            <a:off x="1348890" y="3400007"/>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dirty="0">
                <a:solidFill>
                  <a:srgbClr val="FFFFFF"/>
                </a:solidFill>
                <a:latin typeface="Fira Sans"/>
                <a:ea typeface="Fira Sans"/>
                <a:cs typeface="Fira Sans"/>
                <a:sym typeface="Fira Sans"/>
              </a:rPr>
              <a:t>1</a:t>
            </a:r>
            <a:endParaRPr dirty="0"/>
          </a:p>
        </p:txBody>
      </p:sp>
      <p:sp>
        <p:nvSpPr>
          <p:cNvPr id="490" name="Google Shape;490;p25"/>
          <p:cNvSpPr txBox="1"/>
          <p:nvPr/>
        </p:nvSpPr>
        <p:spPr>
          <a:xfrm>
            <a:off x="4283081" y="3380991"/>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dirty="0">
                <a:solidFill>
                  <a:srgbClr val="FFFFFF"/>
                </a:solidFill>
                <a:latin typeface="Fira Sans"/>
                <a:ea typeface="Fira Sans"/>
                <a:cs typeface="Fira Sans"/>
                <a:sym typeface="Fira Sans"/>
              </a:rPr>
              <a:t>2</a:t>
            </a:r>
            <a:endParaRPr dirty="0"/>
          </a:p>
        </p:txBody>
      </p:sp>
      <p:sp>
        <p:nvSpPr>
          <p:cNvPr id="491" name="Google Shape;491;p25"/>
          <p:cNvSpPr txBox="1"/>
          <p:nvPr/>
        </p:nvSpPr>
        <p:spPr>
          <a:xfrm>
            <a:off x="7220046" y="3271710"/>
            <a:ext cx="5988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dirty="0">
                <a:solidFill>
                  <a:srgbClr val="FFFFFF"/>
                </a:solidFill>
                <a:latin typeface="Fira Sans"/>
                <a:ea typeface="Fira Sans"/>
                <a:cs typeface="Fira Sans"/>
                <a:sym typeface="Fira Sans"/>
              </a:rPr>
              <a:t>3</a:t>
            </a:r>
            <a:endParaRPr dirty="0"/>
          </a:p>
        </p:txBody>
      </p:sp>
      <p:sp>
        <p:nvSpPr>
          <p:cNvPr id="492" name="Google Shape;492;p25"/>
          <p:cNvSpPr txBox="1"/>
          <p:nvPr/>
        </p:nvSpPr>
        <p:spPr>
          <a:xfrm>
            <a:off x="9844673" y="3271710"/>
            <a:ext cx="700492" cy="819150"/>
          </a:xfrm>
          <a:prstGeom prst="rect">
            <a:avLst/>
          </a:prstGeom>
          <a:noFill/>
          <a:ln>
            <a:noFill/>
          </a:ln>
        </p:spPr>
        <p:txBody>
          <a:bodyPr spcFirstLastPara="1" wrap="square" lIns="0" tIns="0" rIns="0" bIns="0" anchor="t" anchorCtr="0">
            <a:spAutoFit/>
          </a:bodyPr>
          <a:lstStyle/>
          <a:p>
            <a:pPr marL="0" marR="0" lvl="0" indent="0" algn="l" rtl="0">
              <a:lnSpc>
                <a:spcPct val="120003"/>
              </a:lnSpc>
              <a:spcBef>
                <a:spcPts val="0"/>
              </a:spcBef>
              <a:spcAft>
                <a:spcPts val="0"/>
              </a:spcAft>
              <a:buNone/>
            </a:pPr>
            <a:r>
              <a:rPr lang="en-US" sz="5499" b="1" dirty="0">
                <a:solidFill>
                  <a:srgbClr val="FFFFFF"/>
                </a:solidFill>
                <a:latin typeface="Fira Sans"/>
                <a:ea typeface="Fira Sans"/>
                <a:cs typeface="Fira Sans"/>
                <a:sym typeface="Fira Sans"/>
              </a:rPr>
              <a:t>4</a:t>
            </a:r>
            <a:endParaRPr dirty="0"/>
          </a:p>
        </p:txBody>
      </p:sp>
      <p:sp>
        <p:nvSpPr>
          <p:cNvPr id="495" name="Google Shape;495;p25"/>
          <p:cNvSpPr txBox="1"/>
          <p:nvPr/>
        </p:nvSpPr>
        <p:spPr>
          <a:xfrm>
            <a:off x="8936543" y="6003965"/>
            <a:ext cx="2794725" cy="1661993"/>
          </a:xfrm>
          <a:prstGeom prst="rect">
            <a:avLst/>
          </a:prstGeom>
          <a:noFill/>
          <a:ln>
            <a:noFill/>
          </a:ln>
        </p:spPr>
        <p:txBody>
          <a:bodyPr spcFirstLastPara="1" wrap="square" lIns="0" tIns="0" rIns="0" bIns="0" anchor="t" anchorCtr="0">
            <a:spAutoFit/>
          </a:bodyPr>
          <a:lstStyle/>
          <a:p>
            <a:pPr lvl="0"/>
            <a:r>
              <a:rPr lang="en-US" sz="3600" dirty="0">
                <a:solidFill>
                  <a:srgbClr val="FFFFFF"/>
                </a:solidFill>
                <a:latin typeface="Times New Roman" panose="02020603050405020304" pitchFamily="18" charset="0"/>
                <a:ea typeface="Assistant"/>
                <a:cs typeface="Times New Roman" panose="02020603050405020304" pitchFamily="18" charset="0"/>
                <a:sym typeface="Assistant"/>
              </a:rPr>
              <a:t>Traffic management systems</a:t>
            </a:r>
            <a:endParaRPr sz="3600" dirty="0">
              <a:latin typeface="Times New Roman" panose="02020603050405020304" pitchFamily="18" charset="0"/>
              <a:cs typeface="Times New Roman" panose="02020603050405020304" pitchFamily="18" charset="0"/>
            </a:endParaRPr>
          </a:p>
        </p:txBody>
      </p:sp>
      <p:sp>
        <p:nvSpPr>
          <p:cNvPr id="498" name="Google Shape;498;p25"/>
          <p:cNvSpPr txBox="1"/>
          <p:nvPr/>
        </p:nvSpPr>
        <p:spPr>
          <a:xfrm>
            <a:off x="3279267" y="5842472"/>
            <a:ext cx="3114470" cy="1661993"/>
          </a:xfrm>
          <a:prstGeom prst="rect">
            <a:avLst/>
          </a:prstGeom>
          <a:noFill/>
          <a:ln>
            <a:noFill/>
          </a:ln>
        </p:spPr>
        <p:txBody>
          <a:bodyPr spcFirstLastPara="1" wrap="square" lIns="0" tIns="0" rIns="0" bIns="0" anchor="t" anchorCtr="0">
            <a:spAutoFit/>
          </a:bodyPr>
          <a:lstStyle/>
          <a:p>
            <a:pPr lvl="0"/>
            <a:r>
              <a:rPr lang="en-US" sz="3600" dirty="0">
                <a:solidFill>
                  <a:srgbClr val="FFFFFF"/>
                </a:solidFill>
                <a:latin typeface="Times New Roman" panose="02020603050405020304" pitchFamily="18" charset="0"/>
                <a:ea typeface="Assistant"/>
                <a:cs typeface="Times New Roman" panose="02020603050405020304" pitchFamily="18" charset="0"/>
                <a:sym typeface="Assistant"/>
              </a:rPr>
              <a:t>Delivery and logistics planning</a:t>
            </a:r>
            <a:endParaRPr sz="3600" dirty="0">
              <a:latin typeface="Times New Roman" panose="02020603050405020304" pitchFamily="18" charset="0"/>
              <a:cs typeface="Times New Roman" panose="02020603050405020304" pitchFamily="18" charset="0"/>
            </a:endParaRPr>
          </a:p>
        </p:txBody>
      </p:sp>
      <p:sp>
        <p:nvSpPr>
          <p:cNvPr id="500" name="Google Shape;500;p25"/>
          <p:cNvSpPr txBox="1"/>
          <p:nvPr/>
        </p:nvSpPr>
        <p:spPr>
          <a:xfrm>
            <a:off x="6431673" y="6116315"/>
            <a:ext cx="2936670" cy="1107996"/>
          </a:xfrm>
          <a:prstGeom prst="rect">
            <a:avLst/>
          </a:prstGeom>
          <a:noFill/>
          <a:ln>
            <a:noFill/>
          </a:ln>
        </p:spPr>
        <p:txBody>
          <a:bodyPr spcFirstLastPara="1" wrap="square" lIns="0" tIns="0" rIns="0" bIns="0" anchor="t" anchorCtr="0">
            <a:spAutoFit/>
          </a:bodyPr>
          <a:lstStyle/>
          <a:p>
            <a:pPr lvl="0"/>
            <a:r>
              <a:rPr lang="en-IN" sz="3600" dirty="0">
                <a:solidFill>
                  <a:schemeClr val="bg1"/>
                </a:solidFill>
                <a:latin typeface="Times New Roman" panose="02020603050405020304" pitchFamily="18" charset="0"/>
                <a:cs typeface="Times New Roman" panose="02020603050405020304" pitchFamily="18" charset="0"/>
              </a:rPr>
              <a:t>Network routing</a:t>
            </a:r>
            <a:endParaRPr sz="3600" dirty="0">
              <a:solidFill>
                <a:schemeClr val="bg1"/>
              </a:solidFill>
              <a:latin typeface="Times New Roman" panose="02020603050405020304" pitchFamily="18" charset="0"/>
              <a:cs typeface="Times New Roman" panose="02020603050405020304" pitchFamily="18" charset="0"/>
            </a:endParaRPr>
          </a:p>
        </p:txBody>
      </p:sp>
      <p:sp>
        <p:nvSpPr>
          <p:cNvPr id="34" name="Google Shape;570;p27"/>
          <p:cNvSpPr/>
          <p:nvPr/>
        </p:nvSpPr>
        <p:spPr>
          <a:xfrm>
            <a:off x="11842289" y="2860142"/>
            <a:ext cx="1593396" cy="175823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txBody>
          <a:bodyPr/>
          <a:lstStyle/>
          <a:p>
            <a:endParaRPr lang="en-US" dirty="0" smtClean="0"/>
          </a:p>
          <a:p>
            <a:endParaRPr lang="en-US" dirty="0"/>
          </a:p>
          <a:p>
            <a:endParaRPr lang="en-US" dirty="0" smtClean="0"/>
          </a:p>
          <a:p>
            <a:endParaRPr lang="en-US" dirty="0"/>
          </a:p>
          <a:p>
            <a:r>
              <a:rPr lang="en-US" dirty="0" smtClean="0"/>
              <a:t>               </a:t>
            </a:r>
            <a:endParaRPr lang="en-IN" dirty="0"/>
          </a:p>
        </p:txBody>
      </p:sp>
      <p:sp>
        <p:nvSpPr>
          <p:cNvPr id="2" name="TextBox 1"/>
          <p:cNvSpPr txBox="1"/>
          <p:nvPr/>
        </p:nvSpPr>
        <p:spPr>
          <a:xfrm>
            <a:off x="12341677" y="3296154"/>
            <a:ext cx="937313" cy="646331"/>
          </a:xfrm>
          <a:prstGeom prst="rect">
            <a:avLst/>
          </a:prstGeom>
          <a:noFill/>
        </p:spPr>
        <p:txBody>
          <a:bodyPr wrap="square" rtlCol="0">
            <a:spAutoFit/>
          </a:bodyPr>
          <a:lstStyle/>
          <a:p>
            <a:r>
              <a:rPr lang="en-US" sz="3600" dirty="0" smtClean="0">
                <a:solidFill>
                  <a:schemeClr val="bg1"/>
                </a:solidFill>
              </a:rPr>
              <a:t>5</a:t>
            </a:r>
            <a:endParaRPr lang="en-IN" sz="3600" dirty="0">
              <a:solidFill>
                <a:schemeClr val="bg1"/>
              </a:solidFill>
            </a:endParaRPr>
          </a:p>
        </p:txBody>
      </p:sp>
      <p:sp>
        <p:nvSpPr>
          <p:cNvPr id="4" name="TextBox 3"/>
          <p:cNvSpPr txBox="1"/>
          <p:nvPr/>
        </p:nvSpPr>
        <p:spPr>
          <a:xfrm>
            <a:off x="11842289" y="5973273"/>
            <a:ext cx="2617115" cy="1754326"/>
          </a:xfrm>
          <a:prstGeom prst="rect">
            <a:avLst/>
          </a:prstGeom>
          <a:noFill/>
        </p:spPr>
        <p:txBody>
          <a:bodyPr wrap="square" rtlCol="0">
            <a:spAutoFit/>
          </a:bodyPr>
          <a:lstStyle/>
          <a:p>
            <a:r>
              <a:rPr lang="en-IN" sz="3600" dirty="0">
                <a:solidFill>
                  <a:schemeClr val="bg1"/>
                </a:solidFill>
                <a:latin typeface="Times New Roman" panose="02020603050405020304" pitchFamily="18" charset="0"/>
                <a:cs typeface="Times New Roman" panose="02020603050405020304" pitchFamily="18" charset="0"/>
              </a:rPr>
              <a:t>Emergency service routing</a:t>
            </a:r>
          </a:p>
        </p:txBody>
      </p:sp>
      <p:grpSp>
        <p:nvGrpSpPr>
          <p:cNvPr id="38" name="Google Shape;482;p25"/>
          <p:cNvGrpSpPr/>
          <p:nvPr/>
        </p:nvGrpSpPr>
        <p:grpSpPr>
          <a:xfrm>
            <a:off x="15108802" y="2709161"/>
            <a:ext cx="1593396" cy="1902460"/>
            <a:chOff x="0" y="-66675"/>
            <a:chExt cx="736600" cy="879475"/>
          </a:xfrm>
        </p:grpSpPr>
        <p:sp>
          <p:nvSpPr>
            <p:cNvPr id="39" name="Google Shape;483;p25"/>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EE604A"/>
            </a:solidFill>
            <a:ln>
              <a:noFill/>
            </a:ln>
          </p:spPr>
        </p:sp>
        <p:sp>
          <p:nvSpPr>
            <p:cNvPr id="40" name="Google Shape;484;p25"/>
            <p:cNvSpPr txBox="1"/>
            <p:nvPr/>
          </p:nvSpPr>
          <p:spPr>
            <a:xfrm>
              <a:off x="0" y="-66675"/>
              <a:ext cx="7366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5" name="TextBox 4"/>
          <p:cNvSpPr txBox="1"/>
          <p:nvPr/>
        </p:nvSpPr>
        <p:spPr>
          <a:xfrm>
            <a:off x="15506700" y="3455639"/>
            <a:ext cx="1714500" cy="707886"/>
          </a:xfrm>
          <a:prstGeom prst="rect">
            <a:avLst/>
          </a:prstGeom>
          <a:noFill/>
        </p:spPr>
        <p:txBody>
          <a:bodyPr wrap="square" rtlCol="0">
            <a:spAutoFit/>
          </a:bodyPr>
          <a:lstStyle/>
          <a:p>
            <a:r>
              <a:rPr lang="en-US" sz="4000" dirty="0" smtClean="0">
                <a:solidFill>
                  <a:schemeClr val="bg1"/>
                </a:solidFill>
              </a:rPr>
              <a:t>6</a:t>
            </a:r>
            <a:endParaRPr lang="en-IN" sz="4000" dirty="0">
              <a:solidFill>
                <a:schemeClr val="bg1"/>
              </a:solidFill>
            </a:endParaRPr>
          </a:p>
        </p:txBody>
      </p:sp>
      <p:sp>
        <p:nvSpPr>
          <p:cNvPr id="6" name="TextBox 5"/>
          <p:cNvSpPr txBox="1"/>
          <p:nvPr/>
        </p:nvSpPr>
        <p:spPr>
          <a:xfrm>
            <a:off x="14905656" y="6011580"/>
            <a:ext cx="2671144" cy="1754326"/>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Campus or city map systems</a:t>
            </a:r>
            <a:endParaRPr lang="en-IN"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grpSp>
        <p:nvGrpSpPr>
          <p:cNvPr id="530" name="Google Shape;530;p27"/>
          <p:cNvGrpSpPr/>
          <p:nvPr/>
        </p:nvGrpSpPr>
        <p:grpSpPr>
          <a:xfrm>
            <a:off x="9752773" y="531538"/>
            <a:ext cx="8257679" cy="8464549"/>
            <a:chOff x="0" y="-38100"/>
            <a:chExt cx="11010239" cy="11286066"/>
          </a:xfrm>
        </p:grpSpPr>
        <p:sp>
          <p:nvSpPr>
            <p:cNvPr id="531" name="Google Shape;531;p27"/>
            <p:cNvSpPr txBox="1"/>
            <p:nvPr/>
          </p:nvSpPr>
          <p:spPr>
            <a:xfrm>
              <a:off x="1097214" y="10710333"/>
              <a:ext cx="1103709" cy="537633"/>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a:solidFill>
                    <a:srgbClr val="A16AE8"/>
                  </a:solidFill>
                  <a:latin typeface="Assistant"/>
                  <a:ea typeface="Assistant"/>
                  <a:cs typeface="Assistant"/>
                  <a:sym typeface="Assistant"/>
                </a:rPr>
                <a:t>Item 1</a:t>
              </a:r>
              <a:endParaRPr/>
            </a:p>
          </p:txBody>
        </p:sp>
        <p:sp>
          <p:nvSpPr>
            <p:cNvPr id="532" name="Google Shape;532;p27"/>
            <p:cNvSpPr txBox="1"/>
            <p:nvPr/>
          </p:nvSpPr>
          <p:spPr>
            <a:xfrm>
              <a:off x="3197119" y="10710333"/>
              <a:ext cx="1121569" cy="537633"/>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a:solidFill>
                    <a:srgbClr val="A16AE8"/>
                  </a:solidFill>
                  <a:latin typeface="Assistant"/>
                  <a:ea typeface="Assistant"/>
                  <a:cs typeface="Assistant"/>
                  <a:sym typeface="Assistant"/>
                </a:rPr>
                <a:t>Item 2</a:t>
              </a:r>
              <a:endParaRPr/>
            </a:p>
          </p:txBody>
        </p:sp>
        <p:sp>
          <p:nvSpPr>
            <p:cNvPr id="533" name="Google Shape;533;p27"/>
            <p:cNvSpPr txBox="1"/>
            <p:nvPr/>
          </p:nvSpPr>
          <p:spPr>
            <a:xfrm>
              <a:off x="5305954" y="10710333"/>
              <a:ext cx="1121569" cy="537633"/>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a:solidFill>
                    <a:srgbClr val="A16AE8"/>
                  </a:solidFill>
                  <a:latin typeface="Assistant"/>
                  <a:ea typeface="Assistant"/>
                  <a:cs typeface="Assistant"/>
                  <a:sym typeface="Assistant"/>
                </a:rPr>
                <a:t>Item 3</a:t>
              </a:r>
              <a:endParaRPr/>
            </a:p>
          </p:txBody>
        </p:sp>
        <p:sp>
          <p:nvSpPr>
            <p:cNvPr id="534" name="Google Shape;534;p27"/>
            <p:cNvSpPr txBox="1"/>
            <p:nvPr/>
          </p:nvSpPr>
          <p:spPr>
            <a:xfrm>
              <a:off x="7414789" y="10710333"/>
              <a:ext cx="1121569" cy="537633"/>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a:solidFill>
                    <a:srgbClr val="A16AE8"/>
                  </a:solidFill>
                  <a:latin typeface="Assistant"/>
                  <a:ea typeface="Assistant"/>
                  <a:cs typeface="Assistant"/>
                  <a:sym typeface="Assistant"/>
                </a:rPr>
                <a:t>Item 4</a:t>
              </a:r>
              <a:endParaRPr/>
            </a:p>
          </p:txBody>
        </p:sp>
        <p:sp>
          <p:nvSpPr>
            <p:cNvPr id="535" name="Google Shape;535;p27"/>
            <p:cNvSpPr txBox="1"/>
            <p:nvPr/>
          </p:nvSpPr>
          <p:spPr>
            <a:xfrm>
              <a:off x="9523624" y="10710333"/>
              <a:ext cx="1121569" cy="537633"/>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a:solidFill>
                    <a:srgbClr val="A16AE8"/>
                  </a:solidFill>
                  <a:latin typeface="Assistant"/>
                  <a:ea typeface="Assistant"/>
                  <a:cs typeface="Assistant"/>
                  <a:sym typeface="Assistant"/>
                </a:rPr>
                <a:t>Item 5</a:t>
              </a:r>
              <a:endParaRPr/>
            </a:p>
          </p:txBody>
        </p:sp>
        <p:grpSp>
          <p:nvGrpSpPr>
            <p:cNvPr id="536" name="Google Shape;536;p27"/>
            <p:cNvGrpSpPr/>
            <p:nvPr/>
          </p:nvGrpSpPr>
          <p:grpSpPr>
            <a:xfrm>
              <a:off x="723239" y="243417"/>
              <a:ext cx="10287000" cy="10299700"/>
              <a:chOff x="0" y="-6350"/>
              <a:chExt cx="10287000" cy="10299700"/>
            </a:xfrm>
          </p:grpSpPr>
          <p:sp>
            <p:nvSpPr>
              <p:cNvPr id="537" name="Google Shape;537;p27"/>
              <p:cNvSpPr/>
              <p:nvPr/>
            </p:nvSpPr>
            <p:spPr>
              <a:xfrm>
                <a:off x="0" y="-6350"/>
                <a:ext cx="10287000" cy="12700"/>
              </a:xfrm>
              <a:custGeom>
                <a:avLst/>
                <a:gdLst/>
                <a:ahLst/>
                <a:cxnLst/>
                <a:rect l="l" t="t" r="r" b="b"/>
                <a:pathLst>
                  <a:path w="10287000" h="12700" extrusionOk="0">
                    <a:moveTo>
                      <a:pt x="0" y="0"/>
                    </a:moveTo>
                    <a:lnTo>
                      <a:pt x="10287000" y="0"/>
                    </a:lnTo>
                    <a:lnTo>
                      <a:pt x="10287000" y="12700"/>
                    </a:lnTo>
                    <a:lnTo>
                      <a:pt x="0" y="12700"/>
                    </a:lnTo>
                    <a:close/>
                  </a:path>
                </a:pathLst>
              </a:custGeom>
              <a:solidFill>
                <a:srgbClr val="A16AE8"/>
              </a:solidFill>
              <a:ln>
                <a:noFill/>
              </a:ln>
            </p:spPr>
          </p:sp>
          <p:sp>
            <p:nvSpPr>
              <p:cNvPr id="538" name="Google Shape;538;p27"/>
              <p:cNvSpPr/>
              <p:nvPr/>
            </p:nvSpPr>
            <p:spPr>
              <a:xfrm>
                <a:off x="0" y="2051050"/>
                <a:ext cx="10287000" cy="12700"/>
              </a:xfrm>
              <a:custGeom>
                <a:avLst/>
                <a:gdLst/>
                <a:ahLst/>
                <a:cxnLst/>
                <a:rect l="l" t="t" r="r" b="b"/>
                <a:pathLst>
                  <a:path w="10287000" h="12700" extrusionOk="0">
                    <a:moveTo>
                      <a:pt x="0" y="0"/>
                    </a:moveTo>
                    <a:lnTo>
                      <a:pt x="10287000" y="0"/>
                    </a:lnTo>
                    <a:lnTo>
                      <a:pt x="10287000" y="12700"/>
                    </a:lnTo>
                    <a:lnTo>
                      <a:pt x="0" y="12700"/>
                    </a:lnTo>
                    <a:close/>
                  </a:path>
                </a:pathLst>
              </a:custGeom>
              <a:solidFill>
                <a:srgbClr val="A16AE8"/>
              </a:solidFill>
              <a:ln>
                <a:noFill/>
              </a:ln>
            </p:spPr>
          </p:sp>
          <p:sp>
            <p:nvSpPr>
              <p:cNvPr id="539" name="Google Shape;539;p27"/>
              <p:cNvSpPr/>
              <p:nvPr/>
            </p:nvSpPr>
            <p:spPr>
              <a:xfrm>
                <a:off x="0" y="4108450"/>
                <a:ext cx="10287000" cy="12700"/>
              </a:xfrm>
              <a:custGeom>
                <a:avLst/>
                <a:gdLst/>
                <a:ahLst/>
                <a:cxnLst/>
                <a:rect l="l" t="t" r="r" b="b"/>
                <a:pathLst>
                  <a:path w="10287000" h="12700" extrusionOk="0">
                    <a:moveTo>
                      <a:pt x="0" y="0"/>
                    </a:moveTo>
                    <a:lnTo>
                      <a:pt x="10287000" y="0"/>
                    </a:lnTo>
                    <a:lnTo>
                      <a:pt x="10287000" y="12700"/>
                    </a:lnTo>
                    <a:lnTo>
                      <a:pt x="0" y="12700"/>
                    </a:lnTo>
                    <a:close/>
                  </a:path>
                </a:pathLst>
              </a:custGeom>
              <a:solidFill>
                <a:srgbClr val="A16AE8"/>
              </a:solidFill>
              <a:ln>
                <a:noFill/>
              </a:ln>
            </p:spPr>
          </p:sp>
          <p:sp>
            <p:nvSpPr>
              <p:cNvPr id="540" name="Google Shape;540;p27"/>
              <p:cNvSpPr/>
              <p:nvPr/>
            </p:nvSpPr>
            <p:spPr>
              <a:xfrm>
                <a:off x="0" y="6165850"/>
                <a:ext cx="10287000" cy="12700"/>
              </a:xfrm>
              <a:custGeom>
                <a:avLst/>
                <a:gdLst/>
                <a:ahLst/>
                <a:cxnLst/>
                <a:rect l="l" t="t" r="r" b="b"/>
                <a:pathLst>
                  <a:path w="10287000" h="12700" extrusionOk="0">
                    <a:moveTo>
                      <a:pt x="0" y="0"/>
                    </a:moveTo>
                    <a:lnTo>
                      <a:pt x="10287000" y="0"/>
                    </a:lnTo>
                    <a:lnTo>
                      <a:pt x="10287000" y="12700"/>
                    </a:lnTo>
                    <a:lnTo>
                      <a:pt x="0" y="12700"/>
                    </a:lnTo>
                    <a:close/>
                  </a:path>
                </a:pathLst>
              </a:custGeom>
              <a:solidFill>
                <a:srgbClr val="A16AE8"/>
              </a:solidFill>
              <a:ln>
                <a:noFill/>
              </a:ln>
            </p:spPr>
          </p:sp>
          <p:sp>
            <p:nvSpPr>
              <p:cNvPr id="541" name="Google Shape;541;p27"/>
              <p:cNvSpPr/>
              <p:nvPr/>
            </p:nvSpPr>
            <p:spPr>
              <a:xfrm>
                <a:off x="0" y="8223250"/>
                <a:ext cx="10287000" cy="12700"/>
              </a:xfrm>
              <a:custGeom>
                <a:avLst/>
                <a:gdLst/>
                <a:ahLst/>
                <a:cxnLst/>
                <a:rect l="l" t="t" r="r" b="b"/>
                <a:pathLst>
                  <a:path w="10287000" h="12700" extrusionOk="0">
                    <a:moveTo>
                      <a:pt x="0" y="0"/>
                    </a:moveTo>
                    <a:lnTo>
                      <a:pt x="10287000" y="0"/>
                    </a:lnTo>
                    <a:lnTo>
                      <a:pt x="10287000" y="12700"/>
                    </a:lnTo>
                    <a:lnTo>
                      <a:pt x="0" y="12700"/>
                    </a:lnTo>
                    <a:close/>
                  </a:path>
                </a:pathLst>
              </a:custGeom>
              <a:solidFill>
                <a:srgbClr val="A16AE8"/>
              </a:solidFill>
              <a:ln>
                <a:noFill/>
              </a:ln>
            </p:spPr>
          </p:sp>
          <p:sp>
            <p:nvSpPr>
              <p:cNvPr id="542" name="Google Shape;542;p27"/>
              <p:cNvSpPr/>
              <p:nvPr/>
            </p:nvSpPr>
            <p:spPr>
              <a:xfrm>
                <a:off x="0" y="10280650"/>
                <a:ext cx="10287000" cy="12700"/>
              </a:xfrm>
              <a:custGeom>
                <a:avLst/>
                <a:gdLst/>
                <a:ahLst/>
                <a:cxnLst/>
                <a:rect l="l" t="t" r="r" b="b"/>
                <a:pathLst>
                  <a:path w="10287000" h="12700" extrusionOk="0">
                    <a:moveTo>
                      <a:pt x="0" y="0"/>
                    </a:moveTo>
                    <a:lnTo>
                      <a:pt x="10287000" y="0"/>
                    </a:lnTo>
                    <a:lnTo>
                      <a:pt x="10287000" y="12700"/>
                    </a:lnTo>
                    <a:lnTo>
                      <a:pt x="0" y="12700"/>
                    </a:lnTo>
                    <a:close/>
                  </a:path>
                </a:pathLst>
              </a:custGeom>
              <a:solidFill>
                <a:srgbClr val="A16AE8"/>
              </a:solidFill>
              <a:ln>
                <a:noFill/>
              </a:ln>
            </p:spPr>
          </p:sp>
        </p:grpSp>
        <p:sp>
          <p:nvSpPr>
            <p:cNvPr id="543" name="Google Shape;543;p27"/>
            <p:cNvSpPr txBox="1"/>
            <p:nvPr/>
          </p:nvSpPr>
          <p:spPr>
            <a:xfrm>
              <a:off x="0" y="-38100"/>
              <a:ext cx="511572" cy="537633"/>
            </a:xfrm>
            <a:prstGeom prst="rect">
              <a:avLst/>
            </a:prstGeom>
            <a:noFill/>
            <a:ln>
              <a:noFill/>
            </a:ln>
          </p:spPr>
          <p:txBody>
            <a:bodyPr spcFirstLastPara="1" wrap="square" lIns="0" tIns="0" rIns="0" bIns="0" anchor="t" anchorCtr="0">
              <a:spAutoFit/>
            </a:bodyPr>
            <a:lstStyle/>
            <a:p>
              <a:pPr marL="0" marR="0" lvl="0" indent="0" algn="r" rtl="0">
                <a:lnSpc>
                  <a:spcPct val="140016"/>
                </a:lnSpc>
                <a:spcBef>
                  <a:spcPts val="0"/>
                </a:spcBef>
                <a:spcAft>
                  <a:spcPts val="0"/>
                </a:spcAft>
                <a:buNone/>
              </a:pPr>
              <a:r>
                <a:rPr lang="en-US" sz="2499">
                  <a:solidFill>
                    <a:srgbClr val="A16AE8"/>
                  </a:solidFill>
                  <a:latin typeface="Assistant"/>
                  <a:ea typeface="Assistant"/>
                  <a:cs typeface="Assistant"/>
                  <a:sym typeface="Assistant"/>
                </a:rPr>
                <a:t>50 </a:t>
              </a:r>
              <a:endParaRPr/>
            </a:p>
          </p:txBody>
        </p:sp>
        <p:sp>
          <p:nvSpPr>
            <p:cNvPr id="544" name="Google Shape;544;p27"/>
            <p:cNvSpPr txBox="1"/>
            <p:nvPr/>
          </p:nvSpPr>
          <p:spPr>
            <a:xfrm>
              <a:off x="0" y="2019300"/>
              <a:ext cx="511572" cy="537633"/>
            </a:xfrm>
            <a:prstGeom prst="rect">
              <a:avLst/>
            </a:prstGeom>
            <a:noFill/>
            <a:ln>
              <a:noFill/>
            </a:ln>
          </p:spPr>
          <p:txBody>
            <a:bodyPr spcFirstLastPara="1" wrap="square" lIns="0" tIns="0" rIns="0" bIns="0" anchor="t" anchorCtr="0">
              <a:spAutoFit/>
            </a:bodyPr>
            <a:lstStyle/>
            <a:p>
              <a:pPr marL="0" marR="0" lvl="0" indent="0" algn="r" rtl="0">
                <a:lnSpc>
                  <a:spcPct val="140016"/>
                </a:lnSpc>
                <a:spcBef>
                  <a:spcPts val="0"/>
                </a:spcBef>
                <a:spcAft>
                  <a:spcPts val="0"/>
                </a:spcAft>
                <a:buNone/>
              </a:pPr>
              <a:r>
                <a:rPr lang="en-US" sz="2499">
                  <a:solidFill>
                    <a:srgbClr val="A16AE8"/>
                  </a:solidFill>
                  <a:latin typeface="Assistant"/>
                  <a:ea typeface="Assistant"/>
                  <a:cs typeface="Assistant"/>
                  <a:sym typeface="Assistant"/>
                </a:rPr>
                <a:t>40 </a:t>
              </a:r>
              <a:endParaRPr/>
            </a:p>
          </p:txBody>
        </p:sp>
        <p:sp>
          <p:nvSpPr>
            <p:cNvPr id="545" name="Google Shape;545;p27"/>
            <p:cNvSpPr txBox="1"/>
            <p:nvPr/>
          </p:nvSpPr>
          <p:spPr>
            <a:xfrm>
              <a:off x="0" y="4076700"/>
              <a:ext cx="511572" cy="537633"/>
            </a:xfrm>
            <a:prstGeom prst="rect">
              <a:avLst/>
            </a:prstGeom>
            <a:noFill/>
            <a:ln>
              <a:noFill/>
            </a:ln>
          </p:spPr>
          <p:txBody>
            <a:bodyPr spcFirstLastPara="1" wrap="square" lIns="0" tIns="0" rIns="0" bIns="0" anchor="t" anchorCtr="0">
              <a:spAutoFit/>
            </a:bodyPr>
            <a:lstStyle/>
            <a:p>
              <a:pPr marL="0" marR="0" lvl="0" indent="0" algn="r" rtl="0">
                <a:lnSpc>
                  <a:spcPct val="140016"/>
                </a:lnSpc>
                <a:spcBef>
                  <a:spcPts val="0"/>
                </a:spcBef>
                <a:spcAft>
                  <a:spcPts val="0"/>
                </a:spcAft>
                <a:buNone/>
              </a:pPr>
              <a:r>
                <a:rPr lang="en-US" sz="2499">
                  <a:solidFill>
                    <a:srgbClr val="A16AE8"/>
                  </a:solidFill>
                  <a:latin typeface="Assistant"/>
                  <a:ea typeface="Assistant"/>
                  <a:cs typeface="Assistant"/>
                  <a:sym typeface="Assistant"/>
                </a:rPr>
                <a:t>30 </a:t>
              </a:r>
              <a:endParaRPr/>
            </a:p>
          </p:txBody>
        </p:sp>
        <p:sp>
          <p:nvSpPr>
            <p:cNvPr id="546" name="Google Shape;546;p27"/>
            <p:cNvSpPr txBox="1"/>
            <p:nvPr/>
          </p:nvSpPr>
          <p:spPr>
            <a:xfrm>
              <a:off x="0" y="6134100"/>
              <a:ext cx="511572" cy="537633"/>
            </a:xfrm>
            <a:prstGeom prst="rect">
              <a:avLst/>
            </a:prstGeom>
            <a:noFill/>
            <a:ln>
              <a:noFill/>
            </a:ln>
          </p:spPr>
          <p:txBody>
            <a:bodyPr spcFirstLastPara="1" wrap="square" lIns="0" tIns="0" rIns="0" bIns="0" anchor="t" anchorCtr="0">
              <a:spAutoFit/>
            </a:bodyPr>
            <a:lstStyle/>
            <a:p>
              <a:pPr marL="0" marR="0" lvl="0" indent="0" algn="r" rtl="0">
                <a:lnSpc>
                  <a:spcPct val="140016"/>
                </a:lnSpc>
                <a:spcBef>
                  <a:spcPts val="0"/>
                </a:spcBef>
                <a:spcAft>
                  <a:spcPts val="0"/>
                </a:spcAft>
                <a:buNone/>
              </a:pPr>
              <a:r>
                <a:rPr lang="en-US" sz="2499">
                  <a:solidFill>
                    <a:srgbClr val="A16AE8"/>
                  </a:solidFill>
                  <a:latin typeface="Assistant"/>
                  <a:ea typeface="Assistant"/>
                  <a:cs typeface="Assistant"/>
                  <a:sym typeface="Assistant"/>
                </a:rPr>
                <a:t>20 </a:t>
              </a:r>
              <a:endParaRPr/>
            </a:p>
          </p:txBody>
        </p:sp>
        <p:sp>
          <p:nvSpPr>
            <p:cNvPr id="547" name="Google Shape;547;p27"/>
            <p:cNvSpPr txBox="1"/>
            <p:nvPr/>
          </p:nvSpPr>
          <p:spPr>
            <a:xfrm>
              <a:off x="17859" y="8191500"/>
              <a:ext cx="493712" cy="537633"/>
            </a:xfrm>
            <a:prstGeom prst="rect">
              <a:avLst/>
            </a:prstGeom>
            <a:noFill/>
            <a:ln>
              <a:noFill/>
            </a:ln>
          </p:spPr>
          <p:txBody>
            <a:bodyPr spcFirstLastPara="1" wrap="square" lIns="0" tIns="0" rIns="0" bIns="0" anchor="t" anchorCtr="0">
              <a:spAutoFit/>
            </a:bodyPr>
            <a:lstStyle/>
            <a:p>
              <a:pPr marL="0" marR="0" lvl="0" indent="0" algn="r" rtl="0">
                <a:lnSpc>
                  <a:spcPct val="140016"/>
                </a:lnSpc>
                <a:spcBef>
                  <a:spcPts val="0"/>
                </a:spcBef>
                <a:spcAft>
                  <a:spcPts val="0"/>
                </a:spcAft>
                <a:buNone/>
              </a:pPr>
              <a:r>
                <a:rPr lang="en-US" sz="2499">
                  <a:solidFill>
                    <a:srgbClr val="A16AE8"/>
                  </a:solidFill>
                  <a:latin typeface="Assistant"/>
                  <a:ea typeface="Assistant"/>
                  <a:cs typeface="Assistant"/>
                  <a:sym typeface="Assistant"/>
                </a:rPr>
                <a:t>10 </a:t>
              </a:r>
              <a:endParaRPr/>
            </a:p>
          </p:txBody>
        </p:sp>
        <p:sp>
          <p:nvSpPr>
            <p:cNvPr id="548" name="Google Shape;548;p27"/>
            <p:cNvSpPr txBox="1"/>
            <p:nvPr/>
          </p:nvSpPr>
          <p:spPr>
            <a:xfrm>
              <a:off x="212725" y="10248900"/>
              <a:ext cx="298847" cy="537633"/>
            </a:xfrm>
            <a:prstGeom prst="rect">
              <a:avLst/>
            </a:prstGeom>
            <a:noFill/>
            <a:ln>
              <a:noFill/>
            </a:ln>
          </p:spPr>
          <p:txBody>
            <a:bodyPr spcFirstLastPara="1" wrap="square" lIns="0" tIns="0" rIns="0" bIns="0" anchor="t" anchorCtr="0">
              <a:spAutoFit/>
            </a:bodyPr>
            <a:lstStyle/>
            <a:p>
              <a:pPr marL="0" marR="0" lvl="0" indent="0" algn="r" rtl="0">
                <a:lnSpc>
                  <a:spcPct val="140016"/>
                </a:lnSpc>
                <a:spcBef>
                  <a:spcPts val="0"/>
                </a:spcBef>
                <a:spcAft>
                  <a:spcPts val="0"/>
                </a:spcAft>
                <a:buNone/>
              </a:pPr>
              <a:r>
                <a:rPr lang="en-US" sz="2499">
                  <a:solidFill>
                    <a:srgbClr val="A16AE8"/>
                  </a:solidFill>
                  <a:latin typeface="Assistant"/>
                  <a:ea typeface="Assistant"/>
                  <a:cs typeface="Assistant"/>
                  <a:sym typeface="Assistant"/>
                </a:rPr>
                <a:t>0 </a:t>
              </a:r>
              <a:endParaRPr/>
            </a:p>
          </p:txBody>
        </p:sp>
        <p:grpSp>
          <p:nvGrpSpPr>
            <p:cNvPr id="549" name="Google Shape;549;p27"/>
            <p:cNvGrpSpPr/>
            <p:nvPr/>
          </p:nvGrpSpPr>
          <p:grpSpPr>
            <a:xfrm>
              <a:off x="721506" y="243417"/>
              <a:ext cx="10288732" cy="10293350"/>
              <a:chOff x="-1732" y="-6350"/>
              <a:chExt cx="10288732" cy="10293350"/>
            </a:xfrm>
          </p:grpSpPr>
          <p:sp>
            <p:nvSpPr>
              <p:cNvPr id="550" name="Google Shape;550;p27"/>
              <p:cNvSpPr/>
              <p:nvPr/>
            </p:nvSpPr>
            <p:spPr>
              <a:xfrm>
                <a:off x="-1732" y="8216863"/>
                <a:ext cx="1855125" cy="2070137"/>
              </a:xfrm>
              <a:custGeom>
                <a:avLst/>
                <a:gdLst/>
                <a:ahLst/>
                <a:cxnLst/>
                <a:rect l="l" t="t" r="r" b="b"/>
                <a:pathLst>
                  <a:path w="1855125" h="2070137" extrusionOk="0">
                    <a:moveTo>
                      <a:pt x="1732" y="2070137"/>
                    </a:moveTo>
                    <a:lnTo>
                      <a:pt x="1732" y="154520"/>
                    </a:lnTo>
                    <a:cubicBezTo>
                      <a:pt x="0" y="114144"/>
                      <a:pt x="14838" y="74814"/>
                      <a:pt x="42809" y="45644"/>
                    </a:cubicBezTo>
                    <a:cubicBezTo>
                      <a:pt x="70779" y="16476"/>
                      <a:pt x="109452" y="0"/>
                      <a:pt x="149865" y="37"/>
                    </a:cubicBezTo>
                    <a:lnTo>
                      <a:pt x="1705259" y="37"/>
                    </a:lnTo>
                    <a:cubicBezTo>
                      <a:pt x="1745672" y="0"/>
                      <a:pt x="1784345" y="16476"/>
                      <a:pt x="1812315" y="45644"/>
                    </a:cubicBezTo>
                    <a:cubicBezTo>
                      <a:pt x="1840286" y="74814"/>
                      <a:pt x="1855124" y="114144"/>
                      <a:pt x="1853392" y="154520"/>
                    </a:cubicBezTo>
                    <a:lnTo>
                      <a:pt x="1853392" y="2070137"/>
                    </a:ln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2108835" y="6165850"/>
                <a:ext cx="1851660" cy="4121150"/>
              </a:xfrm>
              <a:custGeom>
                <a:avLst/>
                <a:gdLst/>
                <a:ahLst/>
                <a:cxnLst/>
                <a:rect l="l" t="t" r="r" b="b"/>
                <a:pathLst>
                  <a:path w="1851660" h="4121150" extrusionOk="0">
                    <a:moveTo>
                      <a:pt x="0" y="4121150"/>
                    </a:moveTo>
                    <a:lnTo>
                      <a:pt x="0" y="148133"/>
                    </a:lnTo>
                    <a:cubicBezTo>
                      <a:pt x="0" y="108846"/>
                      <a:pt x="15607" y="71167"/>
                      <a:pt x="43387" y="43387"/>
                    </a:cubicBezTo>
                    <a:cubicBezTo>
                      <a:pt x="71167" y="15607"/>
                      <a:pt x="108846" y="0"/>
                      <a:pt x="148133" y="0"/>
                    </a:cubicBezTo>
                    <a:lnTo>
                      <a:pt x="1703527" y="0"/>
                    </a:lnTo>
                    <a:cubicBezTo>
                      <a:pt x="1742814" y="0"/>
                      <a:pt x="1780493" y="15607"/>
                      <a:pt x="1808273" y="43387"/>
                    </a:cubicBezTo>
                    <a:cubicBezTo>
                      <a:pt x="1836053" y="71167"/>
                      <a:pt x="1851660" y="108846"/>
                      <a:pt x="1851660" y="148133"/>
                    </a:cubicBezTo>
                    <a:lnTo>
                      <a:pt x="1851660" y="4121150"/>
                    </a:ln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4217670" y="4108450"/>
                <a:ext cx="1851660" cy="6178550"/>
              </a:xfrm>
              <a:custGeom>
                <a:avLst/>
                <a:gdLst/>
                <a:ahLst/>
                <a:cxnLst/>
                <a:rect l="l" t="t" r="r" b="b"/>
                <a:pathLst>
                  <a:path w="1851660" h="6178550" extrusionOk="0">
                    <a:moveTo>
                      <a:pt x="0" y="6178550"/>
                    </a:moveTo>
                    <a:lnTo>
                      <a:pt x="0" y="148133"/>
                    </a:lnTo>
                    <a:cubicBezTo>
                      <a:pt x="0" y="108846"/>
                      <a:pt x="15607" y="71167"/>
                      <a:pt x="43387" y="43387"/>
                    </a:cubicBezTo>
                    <a:cubicBezTo>
                      <a:pt x="71167" y="15607"/>
                      <a:pt x="108846" y="0"/>
                      <a:pt x="148133" y="0"/>
                    </a:cubicBezTo>
                    <a:lnTo>
                      <a:pt x="1703527" y="0"/>
                    </a:lnTo>
                    <a:cubicBezTo>
                      <a:pt x="1742814" y="0"/>
                      <a:pt x="1780493" y="15607"/>
                      <a:pt x="1808273" y="43387"/>
                    </a:cubicBezTo>
                    <a:cubicBezTo>
                      <a:pt x="1836053" y="71167"/>
                      <a:pt x="1851660" y="108846"/>
                      <a:pt x="1851660" y="148133"/>
                    </a:cubicBezTo>
                    <a:lnTo>
                      <a:pt x="1851660" y="6178550"/>
                    </a:ln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6326505" y="2051050"/>
                <a:ext cx="1851660" cy="8235950"/>
              </a:xfrm>
              <a:custGeom>
                <a:avLst/>
                <a:gdLst/>
                <a:ahLst/>
                <a:cxnLst/>
                <a:rect l="l" t="t" r="r" b="b"/>
                <a:pathLst>
                  <a:path w="1851660" h="8235950" extrusionOk="0">
                    <a:moveTo>
                      <a:pt x="0" y="8235950"/>
                    </a:moveTo>
                    <a:lnTo>
                      <a:pt x="0" y="148133"/>
                    </a:lnTo>
                    <a:cubicBezTo>
                      <a:pt x="0" y="108845"/>
                      <a:pt x="15607" y="71167"/>
                      <a:pt x="43387" y="43387"/>
                    </a:cubicBezTo>
                    <a:cubicBezTo>
                      <a:pt x="71167" y="15607"/>
                      <a:pt x="108846" y="0"/>
                      <a:pt x="148133" y="0"/>
                    </a:cubicBezTo>
                    <a:lnTo>
                      <a:pt x="1703527" y="0"/>
                    </a:lnTo>
                    <a:cubicBezTo>
                      <a:pt x="1742815" y="0"/>
                      <a:pt x="1780492" y="15607"/>
                      <a:pt x="1808273" y="43387"/>
                    </a:cubicBezTo>
                    <a:cubicBezTo>
                      <a:pt x="1836053" y="71167"/>
                      <a:pt x="1851660" y="108845"/>
                      <a:pt x="1851660" y="148133"/>
                    </a:cubicBezTo>
                    <a:lnTo>
                      <a:pt x="1851660" y="8235950"/>
                    </a:ln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8435340" y="-6350"/>
                <a:ext cx="1851660" cy="10293350"/>
              </a:xfrm>
              <a:custGeom>
                <a:avLst/>
                <a:gdLst/>
                <a:ahLst/>
                <a:cxnLst/>
                <a:rect l="l" t="t" r="r" b="b"/>
                <a:pathLst>
                  <a:path w="1851660" h="10293350" extrusionOk="0">
                    <a:moveTo>
                      <a:pt x="0" y="10293350"/>
                    </a:moveTo>
                    <a:lnTo>
                      <a:pt x="0" y="148133"/>
                    </a:lnTo>
                    <a:cubicBezTo>
                      <a:pt x="0" y="108846"/>
                      <a:pt x="15607" y="71167"/>
                      <a:pt x="43387" y="43387"/>
                    </a:cubicBezTo>
                    <a:cubicBezTo>
                      <a:pt x="71168" y="15607"/>
                      <a:pt x="108845" y="0"/>
                      <a:pt x="148133" y="0"/>
                    </a:cubicBezTo>
                    <a:lnTo>
                      <a:pt x="1703527" y="0"/>
                    </a:lnTo>
                    <a:cubicBezTo>
                      <a:pt x="1742815" y="0"/>
                      <a:pt x="1780492" y="15607"/>
                      <a:pt x="1808273" y="43387"/>
                    </a:cubicBezTo>
                    <a:cubicBezTo>
                      <a:pt x="1836053" y="71167"/>
                      <a:pt x="1851660" y="108846"/>
                      <a:pt x="1851660" y="148133"/>
                    </a:cubicBezTo>
                    <a:lnTo>
                      <a:pt x="1851660" y="10293350"/>
                    </a:ln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0" y="9251950"/>
                <a:ext cx="1851660" cy="1035050"/>
              </a:xfrm>
              <a:custGeom>
                <a:avLst/>
                <a:gdLst/>
                <a:ahLst/>
                <a:cxnLst/>
                <a:rect l="l" t="t" r="r" b="b"/>
                <a:pathLst>
                  <a:path w="1851660" h="1035050" extrusionOk="0">
                    <a:moveTo>
                      <a:pt x="0" y="0"/>
                    </a:moveTo>
                    <a:lnTo>
                      <a:pt x="1851660" y="0"/>
                    </a:lnTo>
                    <a:lnTo>
                      <a:pt x="1851660" y="1035050"/>
                    </a:lnTo>
                    <a:lnTo>
                      <a:pt x="0" y="1035050"/>
                    </a:lnTo>
                    <a:close/>
                  </a:path>
                </a:pathLst>
              </a:custGeom>
              <a:solidFill>
                <a:srgbClr val="4BB8BE"/>
              </a:solidFill>
              <a:ln>
                <a:noFill/>
              </a:ln>
            </p:spPr>
          </p:sp>
          <p:sp>
            <p:nvSpPr>
              <p:cNvPr id="556" name="Google Shape;556;p27"/>
              <p:cNvSpPr/>
              <p:nvPr/>
            </p:nvSpPr>
            <p:spPr>
              <a:xfrm>
                <a:off x="2108835" y="6990080"/>
                <a:ext cx="1851660" cy="3296920"/>
              </a:xfrm>
              <a:custGeom>
                <a:avLst/>
                <a:gdLst/>
                <a:ahLst/>
                <a:cxnLst/>
                <a:rect l="l" t="t" r="r" b="b"/>
                <a:pathLst>
                  <a:path w="1851660" h="3296920" extrusionOk="0">
                    <a:moveTo>
                      <a:pt x="0" y="0"/>
                    </a:moveTo>
                    <a:lnTo>
                      <a:pt x="1851660" y="0"/>
                    </a:lnTo>
                    <a:lnTo>
                      <a:pt x="1851660" y="3296920"/>
                    </a:lnTo>
                    <a:lnTo>
                      <a:pt x="0" y="3296920"/>
                    </a:lnTo>
                    <a:close/>
                  </a:path>
                </a:pathLst>
              </a:custGeom>
              <a:solidFill>
                <a:srgbClr val="4BB8BE"/>
              </a:solidFill>
              <a:ln>
                <a:noFill/>
              </a:ln>
            </p:spPr>
          </p:sp>
          <p:sp>
            <p:nvSpPr>
              <p:cNvPr id="557" name="Google Shape;557;p27"/>
              <p:cNvSpPr/>
              <p:nvPr/>
            </p:nvSpPr>
            <p:spPr>
              <a:xfrm>
                <a:off x="4217670" y="5138208"/>
                <a:ext cx="1851660" cy="5148792"/>
              </a:xfrm>
              <a:custGeom>
                <a:avLst/>
                <a:gdLst/>
                <a:ahLst/>
                <a:cxnLst/>
                <a:rect l="l" t="t" r="r" b="b"/>
                <a:pathLst>
                  <a:path w="1851660" h="5148792" extrusionOk="0">
                    <a:moveTo>
                      <a:pt x="0" y="0"/>
                    </a:moveTo>
                    <a:lnTo>
                      <a:pt x="1851660" y="0"/>
                    </a:lnTo>
                    <a:lnTo>
                      <a:pt x="1851660" y="5148792"/>
                    </a:lnTo>
                    <a:lnTo>
                      <a:pt x="0" y="5148792"/>
                    </a:lnTo>
                    <a:close/>
                  </a:path>
                </a:pathLst>
              </a:custGeom>
              <a:solidFill>
                <a:srgbClr val="4BB8BE"/>
              </a:solidFill>
              <a:ln>
                <a:noFill/>
              </a:ln>
            </p:spPr>
          </p:sp>
          <p:sp>
            <p:nvSpPr>
              <p:cNvPr id="558" name="Google Shape;558;p27"/>
              <p:cNvSpPr/>
              <p:nvPr/>
            </p:nvSpPr>
            <p:spPr>
              <a:xfrm>
                <a:off x="6326505" y="3698240"/>
                <a:ext cx="1851660" cy="6588760"/>
              </a:xfrm>
              <a:custGeom>
                <a:avLst/>
                <a:gdLst/>
                <a:ahLst/>
                <a:cxnLst/>
                <a:rect l="l" t="t" r="r" b="b"/>
                <a:pathLst>
                  <a:path w="1851660" h="6588760" extrusionOk="0">
                    <a:moveTo>
                      <a:pt x="0" y="0"/>
                    </a:moveTo>
                    <a:lnTo>
                      <a:pt x="1851660" y="0"/>
                    </a:lnTo>
                    <a:lnTo>
                      <a:pt x="1851660" y="6588760"/>
                    </a:lnTo>
                    <a:lnTo>
                      <a:pt x="0" y="6588760"/>
                    </a:lnTo>
                    <a:close/>
                  </a:path>
                </a:pathLst>
              </a:custGeom>
              <a:solidFill>
                <a:srgbClr val="4BB8BE"/>
              </a:solidFill>
              <a:ln>
                <a:noFill/>
              </a:ln>
            </p:spPr>
          </p:sp>
          <p:sp>
            <p:nvSpPr>
              <p:cNvPr id="559" name="Google Shape;559;p27"/>
              <p:cNvSpPr/>
              <p:nvPr/>
            </p:nvSpPr>
            <p:spPr>
              <a:xfrm>
                <a:off x="8435340" y="1640586"/>
                <a:ext cx="1851660" cy="8646414"/>
              </a:xfrm>
              <a:custGeom>
                <a:avLst/>
                <a:gdLst/>
                <a:ahLst/>
                <a:cxnLst/>
                <a:rect l="l" t="t" r="r" b="b"/>
                <a:pathLst>
                  <a:path w="1851660" h="8646414" extrusionOk="0">
                    <a:moveTo>
                      <a:pt x="0" y="0"/>
                    </a:moveTo>
                    <a:lnTo>
                      <a:pt x="1851660" y="0"/>
                    </a:lnTo>
                    <a:lnTo>
                      <a:pt x="1851660" y="8646414"/>
                    </a:lnTo>
                    <a:lnTo>
                      <a:pt x="0" y="8646414"/>
                    </a:lnTo>
                    <a:close/>
                  </a:path>
                </a:pathLst>
              </a:custGeom>
              <a:solidFill>
                <a:srgbClr val="4BB8BE"/>
              </a:solidFill>
              <a:ln>
                <a:noFill/>
              </a:ln>
            </p:spPr>
          </p:sp>
          <p:sp>
            <p:nvSpPr>
              <p:cNvPr id="560" name="Google Shape;560;p27"/>
              <p:cNvSpPr/>
              <p:nvPr/>
            </p:nvSpPr>
            <p:spPr>
              <a:xfrm>
                <a:off x="0" y="10287000"/>
                <a:ext cx="1851660" cy="0"/>
              </a:xfrm>
              <a:custGeom>
                <a:avLst/>
                <a:gdLst/>
                <a:ahLst/>
                <a:cxnLst/>
                <a:rect l="l" t="t" r="r" b="b"/>
                <a:pathLst>
                  <a:path w="1851660" h="120000" extrusionOk="0">
                    <a:moveTo>
                      <a:pt x="0" y="0"/>
                    </a:moveTo>
                    <a:lnTo>
                      <a:pt x="1851660" y="0"/>
                    </a:lnTo>
                    <a:lnTo>
                      <a:pt x="1851660" y="0"/>
                    </a:lnTo>
                    <a:lnTo>
                      <a:pt x="0" y="0"/>
                    </a:lnTo>
                    <a:close/>
                  </a:path>
                </a:pathLst>
              </a:custGeom>
              <a:solidFill>
                <a:srgbClr val="A16AE8"/>
              </a:solidFill>
              <a:ln>
                <a:noFill/>
              </a:ln>
            </p:spPr>
          </p:sp>
          <p:sp>
            <p:nvSpPr>
              <p:cNvPr id="561" name="Google Shape;561;p27"/>
              <p:cNvSpPr/>
              <p:nvPr/>
            </p:nvSpPr>
            <p:spPr>
              <a:xfrm>
                <a:off x="2108835" y="8638540"/>
                <a:ext cx="1851660" cy="1648460"/>
              </a:xfrm>
              <a:custGeom>
                <a:avLst/>
                <a:gdLst/>
                <a:ahLst/>
                <a:cxnLst/>
                <a:rect l="l" t="t" r="r" b="b"/>
                <a:pathLst>
                  <a:path w="1851660" h="1648460" extrusionOk="0">
                    <a:moveTo>
                      <a:pt x="0" y="0"/>
                    </a:moveTo>
                    <a:lnTo>
                      <a:pt x="1851660" y="0"/>
                    </a:lnTo>
                    <a:lnTo>
                      <a:pt x="1851660" y="1648460"/>
                    </a:lnTo>
                    <a:lnTo>
                      <a:pt x="0" y="1648460"/>
                    </a:lnTo>
                    <a:close/>
                  </a:path>
                </a:pathLst>
              </a:custGeom>
              <a:solidFill>
                <a:srgbClr val="A16AE8"/>
              </a:solidFill>
              <a:ln>
                <a:noFill/>
              </a:ln>
            </p:spPr>
          </p:sp>
          <p:sp>
            <p:nvSpPr>
              <p:cNvPr id="562" name="Google Shape;562;p27"/>
              <p:cNvSpPr/>
              <p:nvPr/>
            </p:nvSpPr>
            <p:spPr>
              <a:xfrm>
                <a:off x="4217670" y="7197725"/>
                <a:ext cx="1851660" cy="3089275"/>
              </a:xfrm>
              <a:custGeom>
                <a:avLst/>
                <a:gdLst/>
                <a:ahLst/>
                <a:cxnLst/>
                <a:rect l="l" t="t" r="r" b="b"/>
                <a:pathLst>
                  <a:path w="1851660" h="3089275" extrusionOk="0">
                    <a:moveTo>
                      <a:pt x="0" y="0"/>
                    </a:moveTo>
                    <a:lnTo>
                      <a:pt x="1851660" y="0"/>
                    </a:lnTo>
                    <a:lnTo>
                      <a:pt x="1851660" y="3089275"/>
                    </a:lnTo>
                    <a:lnTo>
                      <a:pt x="0" y="3089275"/>
                    </a:lnTo>
                    <a:close/>
                  </a:path>
                </a:pathLst>
              </a:custGeom>
              <a:solidFill>
                <a:srgbClr val="A16AE8"/>
              </a:solidFill>
              <a:ln>
                <a:noFill/>
              </a:ln>
            </p:spPr>
          </p:sp>
          <p:sp>
            <p:nvSpPr>
              <p:cNvPr id="563" name="Google Shape;563;p27"/>
              <p:cNvSpPr/>
              <p:nvPr/>
            </p:nvSpPr>
            <p:spPr>
              <a:xfrm>
                <a:off x="6326505" y="6580822"/>
                <a:ext cx="1851660" cy="3706178"/>
              </a:xfrm>
              <a:custGeom>
                <a:avLst/>
                <a:gdLst/>
                <a:ahLst/>
                <a:cxnLst/>
                <a:rect l="l" t="t" r="r" b="b"/>
                <a:pathLst>
                  <a:path w="1851660" h="3706178" extrusionOk="0">
                    <a:moveTo>
                      <a:pt x="0" y="0"/>
                    </a:moveTo>
                    <a:lnTo>
                      <a:pt x="1851660" y="0"/>
                    </a:lnTo>
                    <a:lnTo>
                      <a:pt x="1851660" y="3706178"/>
                    </a:lnTo>
                    <a:lnTo>
                      <a:pt x="0" y="3706178"/>
                    </a:lnTo>
                    <a:close/>
                  </a:path>
                </a:pathLst>
              </a:custGeom>
              <a:solidFill>
                <a:srgbClr val="A16AE8"/>
              </a:solidFill>
              <a:ln>
                <a:noFill/>
              </a:ln>
            </p:spPr>
          </p:sp>
          <p:sp>
            <p:nvSpPr>
              <p:cNvPr id="564" name="Google Shape;564;p27"/>
              <p:cNvSpPr/>
              <p:nvPr/>
            </p:nvSpPr>
            <p:spPr>
              <a:xfrm>
                <a:off x="8435340" y="5757926"/>
                <a:ext cx="1851660" cy="4529074"/>
              </a:xfrm>
              <a:custGeom>
                <a:avLst/>
                <a:gdLst/>
                <a:ahLst/>
                <a:cxnLst/>
                <a:rect l="l" t="t" r="r" b="b"/>
                <a:pathLst>
                  <a:path w="1851660" h="4529074" extrusionOk="0">
                    <a:moveTo>
                      <a:pt x="0" y="0"/>
                    </a:moveTo>
                    <a:lnTo>
                      <a:pt x="1851660" y="0"/>
                    </a:lnTo>
                    <a:lnTo>
                      <a:pt x="1851660" y="4529074"/>
                    </a:lnTo>
                    <a:lnTo>
                      <a:pt x="0" y="4529074"/>
                    </a:lnTo>
                    <a:close/>
                  </a:path>
                </a:pathLst>
              </a:custGeom>
              <a:solidFill>
                <a:srgbClr val="A16AE8"/>
              </a:solidFill>
              <a:ln>
                <a:noFill/>
              </a:ln>
            </p:spPr>
          </p:sp>
        </p:grpSp>
      </p:grpSp>
      <p:grpSp>
        <p:nvGrpSpPr>
          <p:cNvPr id="565" name="Google Shape;565;p27"/>
          <p:cNvGrpSpPr/>
          <p:nvPr/>
        </p:nvGrpSpPr>
        <p:grpSpPr>
          <a:xfrm>
            <a:off x="443007" y="6274635"/>
            <a:ext cx="7692966" cy="3599818"/>
            <a:chOff x="0" y="-2408917"/>
            <a:chExt cx="10257288" cy="4799759"/>
          </a:xfrm>
        </p:grpSpPr>
        <p:grpSp>
          <p:nvGrpSpPr>
            <p:cNvPr id="566" name="Google Shape;566;p27"/>
            <p:cNvGrpSpPr/>
            <p:nvPr/>
          </p:nvGrpSpPr>
          <p:grpSpPr>
            <a:xfrm>
              <a:off x="0" y="31960"/>
              <a:ext cx="1916592" cy="2358882"/>
              <a:chOff x="0" y="0"/>
              <a:chExt cx="660400" cy="812800"/>
            </a:xfrm>
          </p:grpSpPr>
          <p:sp>
            <p:nvSpPr>
              <p:cNvPr id="567" name="Google Shape;567;p27"/>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7"/>
              <p:cNvSpPr txBox="1"/>
              <p:nvPr/>
            </p:nvSpPr>
            <p:spPr>
              <a:xfrm>
                <a:off x="0" y="41275"/>
                <a:ext cx="660400" cy="771525"/>
              </a:xfrm>
              <a:prstGeom prst="rect">
                <a:avLst/>
              </a:prstGeom>
              <a:noFill/>
              <a:ln>
                <a:noFill/>
              </a:ln>
            </p:spPr>
            <p:txBody>
              <a:bodyPr spcFirstLastPara="1" wrap="square" lIns="50800" tIns="50800" rIns="50800" bIns="50800" anchor="ctr" anchorCtr="0">
                <a:noAutofit/>
              </a:bodyPr>
              <a:lstStyle/>
              <a:p>
                <a:pPr marL="0" marR="0" lvl="0" indent="0" algn="ctr" rtl="0">
                  <a:lnSpc>
                    <a:spcPct val="2355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69" name="Google Shape;569;p27"/>
            <p:cNvGrpSpPr/>
            <p:nvPr/>
          </p:nvGrpSpPr>
          <p:grpSpPr>
            <a:xfrm>
              <a:off x="2154536" y="-2408917"/>
              <a:ext cx="5223328" cy="4785184"/>
              <a:chOff x="-1074392" y="-846282"/>
              <a:chExt cx="1810992" cy="1659082"/>
            </a:xfrm>
          </p:grpSpPr>
          <p:sp>
            <p:nvSpPr>
              <p:cNvPr id="570" name="Google Shape;570;p27"/>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571" name="Google Shape;571;p27"/>
              <p:cNvSpPr txBox="1"/>
              <p:nvPr/>
            </p:nvSpPr>
            <p:spPr>
              <a:xfrm>
                <a:off x="-1074392" y="-846282"/>
                <a:ext cx="736600" cy="771525"/>
              </a:xfrm>
              <a:prstGeom prst="rect">
                <a:avLst/>
              </a:prstGeom>
              <a:noFill/>
              <a:ln>
                <a:noFill/>
              </a:ln>
            </p:spPr>
            <p:txBody>
              <a:bodyPr spcFirstLastPara="1" wrap="square" lIns="50800" tIns="50800" rIns="50800" bIns="50800" anchor="ctr" anchorCtr="0">
                <a:noAutofit/>
              </a:bodyPr>
              <a:lstStyle/>
              <a:p>
                <a:pPr marL="0" marR="0" lvl="0" indent="0" algn="ctr" rtl="0">
                  <a:lnSpc>
                    <a:spcPct val="235555"/>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72" name="Google Shape;572;p27"/>
            <p:cNvGrpSpPr/>
            <p:nvPr/>
          </p:nvGrpSpPr>
          <p:grpSpPr>
            <a:xfrm>
              <a:off x="2418039" y="4488"/>
              <a:ext cx="2333846" cy="2371779"/>
              <a:chOff x="1813" y="-9525"/>
              <a:chExt cx="809173" cy="822325"/>
            </a:xfrm>
          </p:grpSpPr>
          <p:sp>
            <p:nvSpPr>
              <p:cNvPr id="573" name="Google Shape;57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7"/>
              <p:cNvSpPr txBox="1"/>
              <p:nvPr/>
            </p:nvSpPr>
            <p:spPr>
              <a:xfrm>
                <a:off x="76200" y="-9525"/>
                <a:ext cx="660400" cy="746125"/>
              </a:xfrm>
              <a:prstGeom prst="rect">
                <a:avLst/>
              </a:prstGeom>
              <a:noFill/>
              <a:ln>
                <a:noFill/>
              </a:ln>
            </p:spPr>
            <p:txBody>
              <a:bodyPr spcFirstLastPara="1" wrap="square" lIns="50800" tIns="50800" rIns="50800" bIns="50800" anchor="ctr" anchorCtr="0">
                <a:noAutofit/>
              </a:bodyPr>
              <a:lstStyle/>
              <a:p>
                <a:pPr marL="0" marR="0" lvl="0" indent="0" algn="ctr" rtl="0">
                  <a:lnSpc>
                    <a:spcPct val="235555"/>
                  </a:lnSpc>
                  <a:spcBef>
                    <a:spcPts val="0"/>
                  </a:spcBef>
                  <a:spcAft>
                    <a:spcPts val="0"/>
                  </a:spcAft>
                  <a:buNone/>
                </a:pPr>
                <a:endParaRPr sz="1800">
                  <a:solidFill>
                    <a:schemeClr val="dk1"/>
                  </a:solidFill>
                  <a:latin typeface="Calibri"/>
                  <a:ea typeface="Calibri"/>
                  <a:cs typeface="Calibri"/>
                  <a:sym typeface="Calibri"/>
                </a:endParaRPr>
              </a:p>
            </p:txBody>
          </p:sp>
        </p:grpSp>
        <p:sp>
          <p:nvSpPr>
            <p:cNvPr id="575" name="Google Shape;575;p27"/>
            <p:cNvSpPr/>
            <p:nvPr/>
          </p:nvSpPr>
          <p:spPr>
            <a:xfrm rot="10779982">
              <a:off x="7880981" y="7107"/>
              <a:ext cx="2376307" cy="2376098"/>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 name="Google Shape;578;p27"/>
          <p:cNvSpPr txBox="1"/>
          <p:nvPr/>
        </p:nvSpPr>
        <p:spPr>
          <a:xfrm>
            <a:off x="784121" y="531538"/>
            <a:ext cx="5154525" cy="1231106"/>
          </a:xfrm>
          <a:prstGeom prst="rect">
            <a:avLst/>
          </a:prstGeom>
          <a:noFill/>
          <a:ln>
            <a:noFill/>
          </a:ln>
        </p:spPr>
        <p:txBody>
          <a:bodyPr spcFirstLastPara="1" wrap="square" lIns="0" tIns="0" rIns="0" bIns="0" anchor="t" anchorCtr="0">
            <a:spAutoFit/>
          </a:bodyPr>
          <a:lstStyle/>
          <a:p>
            <a:pPr lvl="0"/>
            <a:r>
              <a:rPr lang="en-US" sz="8000" b="1" dirty="0">
                <a:latin typeface="Times New Roman" panose="02020603050405020304" pitchFamily="18" charset="0"/>
                <a:ea typeface="Fira Sans Medium"/>
                <a:cs typeface="Times New Roman" panose="02020603050405020304" pitchFamily="18" charset="0"/>
                <a:sym typeface="Fira Sans Medium"/>
              </a:rPr>
              <a:t>Advantages</a:t>
            </a:r>
            <a:endParaRPr sz="80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015649" y="1957452"/>
            <a:ext cx="6896100" cy="6740307"/>
          </a:xfrm>
          <a:prstGeom prst="rect">
            <a:avLst/>
          </a:prstGeom>
          <a:noFill/>
        </p:spPr>
        <p:txBody>
          <a:bodyPr wrap="square" rtlCol="0">
            <a:spAutoFit/>
          </a:bodyPr>
          <a:lstStyle/>
          <a:p>
            <a:pPr marL="571500" indent="-571500">
              <a:lnSpc>
                <a:spcPct val="150000"/>
              </a:lnSpc>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Efficient shortest path </a:t>
            </a:r>
            <a:endParaRPr lang="en-US" sz="3600" dirty="0" smtClean="0">
              <a:latin typeface="Times New Roman" panose="02020603050405020304" pitchFamily="18" charset="0"/>
              <a:cs typeface="Times New Roman" panose="02020603050405020304" pitchFamily="18" charset="0"/>
            </a:endParaRPr>
          </a:p>
          <a:p>
            <a:pPr marL="571500" indent="-571500">
              <a:lnSpc>
                <a:spcPct val="150000"/>
              </a:lnSpc>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 C</a:t>
            </a:r>
            <a:r>
              <a:rPr lang="en-US" sz="3600" dirty="0" smtClean="0">
                <a:latin typeface="Times New Roman" panose="02020603050405020304" pitchFamily="18" charset="0"/>
                <a:cs typeface="Times New Roman" panose="02020603050405020304" pitchFamily="18" charset="0"/>
              </a:rPr>
              <a:t>alculation Accurate </a:t>
            </a:r>
            <a:r>
              <a:rPr lang="en-US" sz="3600" dirty="0">
                <a:latin typeface="Times New Roman" panose="02020603050405020304" pitchFamily="18" charset="0"/>
                <a:cs typeface="Times New Roman" panose="02020603050405020304" pitchFamily="18" charset="0"/>
              </a:rPr>
              <a:t>and reliable </a:t>
            </a:r>
            <a:r>
              <a:rPr lang="en-US" sz="3600" dirty="0" smtClean="0">
                <a:latin typeface="Times New Roman" panose="02020603050405020304" pitchFamily="18" charset="0"/>
                <a:cs typeface="Times New Roman" panose="02020603050405020304" pitchFamily="18" charset="0"/>
              </a:rPr>
              <a:t>results</a:t>
            </a:r>
          </a:p>
          <a:p>
            <a:pPr marL="571500" indent="-571500">
              <a:lnSpc>
                <a:spcPct val="150000"/>
              </a:lnSpc>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I</a:t>
            </a:r>
            <a:r>
              <a:rPr lang="en-US" sz="3600" dirty="0" smtClean="0">
                <a:latin typeface="Times New Roman" panose="02020603050405020304" pitchFamily="18" charset="0"/>
                <a:cs typeface="Times New Roman" panose="02020603050405020304" pitchFamily="18" charset="0"/>
              </a:rPr>
              <a:t>mproves </a:t>
            </a:r>
            <a:r>
              <a:rPr lang="en-US" sz="3600" dirty="0">
                <a:latin typeface="Times New Roman" panose="02020603050405020304" pitchFamily="18" charset="0"/>
                <a:cs typeface="Times New Roman" panose="02020603050405020304" pitchFamily="18" charset="0"/>
              </a:rPr>
              <a:t>understanding of graph </a:t>
            </a:r>
            <a:r>
              <a:rPr lang="en-US" sz="3600" dirty="0" smtClean="0">
                <a:latin typeface="Times New Roman" panose="02020603050405020304" pitchFamily="18" charset="0"/>
                <a:cs typeface="Times New Roman" panose="02020603050405020304" pitchFamily="18" charset="0"/>
              </a:rPr>
              <a:t>algorithms</a:t>
            </a:r>
          </a:p>
          <a:p>
            <a:pPr marL="571500" indent="-571500">
              <a:lnSpc>
                <a:spcPct val="150000"/>
              </a:lnSpc>
              <a:buFont typeface="Wingdings" panose="05000000000000000000" pitchFamily="2" charset="2"/>
              <a:buChar char="§"/>
            </a:pPr>
            <a:r>
              <a:rPr lang="en-US" sz="3600" dirty="0" smtClean="0">
                <a:latin typeface="Times New Roman" panose="02020603050405020304" pitchFamily="18" charset="0"/>
                <a:cs typeface="Times New Roman" panose="02020603050405020304" pitchFamily="18" charset="0"/>
              </a:rPr>
              <a:t>Practical </a:t>
            </a:r>
            <a:r>
              <a:rPr lang="en-US" sz="3600" dirty="0">
                <a:latin typeface="Times New Roman" panose="02020603050405020304" pitchFamily="18" charset="0"/>
                <a:cs typeface="Times New Roman" panose="02020603050405020304" pitchFamily="18" charset="0"/>
              </a:rPr>
              <a:t>real-world </a:t>
            </a:r>
            <a:r>
              <a:rPr lang="en-US" sz="3600" dirty="0" smtClean="0">
                <a:latin typeface="Times New Roman" panose="02020603050405020304" pitchFamily="18" charset="0"/>
                <a:cs typeface="Times New Roman" panose="02020603050405020304" pitchFamily="18" charset="0"/>
              </a:rPr>
              <a:t>application</a:t>
            </a:r>
          </a:p>
          <a:p>
            <a:pPr marL="571500" indent="-571500">
              <a:lnSpc>
                <a:spcPct val="150000"/>
              </a:lnSpc>
              <a:buFont typeface="Wingdings" panose="05000000000000000000" pitchFamily="2" charset="2"/>
              <a:buChar char="§"/>
            </a:pPr>
            <a:r>
              <a:rPr lang="en-US" sz="3600" dirty="0" smtClean="0">
                <a:latin typeface="Times New Roman" panose="02020603050405020304" pitchFamily="18" charset="0"/>
                <a:cs typeface="Times New Roman" panose="02020603050405020304" pitchFamily="18" charset="0"/>
              </a:rPr>
              <a:t>Reduces </a:t>
            </a:r>
            <a:r>
              <a:rPr lang="en-US" sz="3600" dirty="0">
                <a:latin typeface="Times New Roman" panose="02020603050405020304" pitchFamily="18" charset="0"/>
                <a:cs typeface="Times New Roman" panose="02020603050405020304" pitchFamily="18" charset="0"/>
              </a:rPr>
              <a:t>manual </a:t>
            </a:r>
            <a:r>
              <a:rPr lang="en-US" sz="3600" dirty="0" smtClean="0">
                <a:latin typeface="Times New Roman" panose="02020603050405020304" pitchFamily="18" charset="0"/>
                <a:cs typeface="Times New Roman" panose="02020603050405020304" pitchFamily="18" charset="0"/>
              </a:rPr>
              <a:t>effort Scalable </a:t>
            </a:r>
            <a:r>
              <a:rPr lang="en-US" sz="3600" dirty="0">
                <a:latin typeface="Times New Roman" panose="02020603050405020304" pitchFamily="18" charset="0"/>
                <a:cs typeface="Times New Roman" panose="02020603050405020304" pitchFamily="18" charset="0"/>
              </a:rPr>
              <a:t>for future expansion</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9"/>
          <p:cNvSpPr/>
          <p:nvPr/>
        </p:nvSpPr>
        <p:spPr>
          <a:xfrm>
            <a:off x="-13557" y="-11291"/>
            <a:ext cx="10821257" cy="10287000"/>
          </a:xfrm>
          <a:custGeom>
            <a:avLst/>
            <a:gdLst/>
            <a:ahLst/>
            <a:cxnLst/>
            <a:rect l="l" t="t" r="r" b="b"/>
            <a:pathLst>
              <a:path w="480350" h="714481" extrusionOk="0">
                <a:moveTo>
                  <a:pt x="0" y="0"/>
                </a:moveTo>
                <a:lnTo>
                  <a:pt x="480350" y="0"/>
                </a:lnTo>
                <a:lnTo>
                  <a:pt x="480350" y="714481"/>
                </a:lnTo>
                <a:lnTo>
                  <a:pt x="0" y="714481"/>
                </a:lnTo>
                <a:close/>
              </a:path>
            </a:pathLst>
          </a:custGeom>
          <a:solidFill>
            <a:srgbClr val="A16AE8"/>
          </a:solidFill>
          <a:ln>
            <a:noFill/>
          </a:ln>
        </p:spPr>
      </p:sp>
      <p:grpSp>
        <p:nvGrpSpPr>
          <p:cNvPr id="636" name="Google Shape;636;p29"/>
          <p:cNvGrpSpPr/>
          <p:nvPr/>
        </p:nvGrpSpPr>
        <p:grpSpPr>
          <a:xfrm>
            <a:off x="9631414" y="1005784"/>
            <a:ext cx="8856993" cy="2272545"/>
            <a:chOff x="0" y="-279309"/>
            <a:chExt cx="11809324" cy="3030061"/>
          </a:xfrm>
        </p:grpSpPr>
        <p:grpSp>
          <p:nvGrpSpPr>
            <p:cNvPr id="637" name="Google Shape;637;p29"/>
            <p:cNvGrpSpPr/>
            <p:nvPr/>
          </p:nvGrpSpPr>
          <p:grpSpPr>
            <a:xfrm>
              <a:off x="0" y="36771"/>
              <a:ext cx="2205110" cy="2713981"/>
              <a:chOff x="0" y="0"/>
              <a:chExt cx="660400" cy="812800"/>
            </a:xfrm>
          </p:grpSpPr>
          <p:sp>
            <p:nvSpPr>
              <p:cNvPr id="638" name="Google Shape;638;p29"/>
              <p:cNvSpPr/>
              <p:nvPr/>
            </p:nvSpPr>
            <p:spPr>
              <a:xfrm>
                <a:off x="0" y="0"/>
                <a:ext cx="660400" cy="812800"/>
              </a:xfrm>
              <a:custGeom>
                <a:avLst/>
                <a:gdLst/>
                <a:ahLst/>
                <a:cxnLst/>
                <a:rect l="l" t="t" r="r" b="b"/>
                <a:pathLst>
                  <a:path w="660400" h="812800"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9"/>
              <p:cNvSpPr txBox="1"/>
              <p:nvPr/>
            </p:nvSpPr>
            <p:spPr>
              <a:xfrm>
                <a:off x="0" y="31750"/>
                <a:ext cx="660400" cy="781050"/>
              </a:xfrm>
              <a:prstGeom prst="rect">
                <a:avLst/>
              </a:prstGeom>
              <a:noFill/>
              <a:ln>
                <a:noFill/>
              </a:ln>
            </p:spPr>
            <p:txBody>
              <a:bodyPr spcFirstLastPara="1" wrap="square" lIns="50800" tIns="50800" rIns="50800" bIns="50800" anchor="ctr" anchorCtr="0">
                <a:noAutofit/>
              </a:bodyPr>
              <a:lstStyle/>
              <a:p>
                <a:pPr marL="0" marR="0" lvl="0" indent="0" algn="ctr" rtl="0">
                  <a:lnSpc>
                    <a:spcPct val="271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40" name="Google Shape;640;p29"/>
            <p:cNvGrpSpPr/>
            <p:nvPr/>
          </p:nvGrpSpPr>
          <p:grpSpPr>
            <a:xfrm>
              <a:off x="6044157" y="-279309"/>
              <a:ext cx="2444348" cy="3013292"/>
              <a:chOff x="0" y="-95250"/>
              <a:chExt cx="736600" cy="908050"/>
            </a:xfrm>
          </p:grpSpPr>
          <p:sp>
            <p:nvSpPr>
              <p:cNvPr id="641" name="Google Shape;641;p29"/>
              <p:cNvSpPr/>
              <p:nvPr/>
            </p:nvSpPr>
            <p:spPr>
              <a:xfrm>
                <a:off x="0" y="0"/>
                <a:ext cx="736600" cy="812800"/>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F4C500"/>
              </a:solidFill>
              <a:ln>
                <a:noFill/>
              </a:ln>
            </p:spPr>
          </p:sp>
          <p:sp>
            <p:nvSpPr>
              <p:cNvPr id="642" name="Google Shape;642;p29"/>
              <p:cNvSpPr txBox="1"/>
              <p:nvPr/>
            </p:nvSpPr>
            <p:spPr>
              <a:xfrm>
                <a:off x="0" y="-95250"/>
                <a:ext cx="736600" cy="781050"/>
              </a:xfrm>
              <a:prstGeom prst="rect">
                <a:avLst/>
              </a:prstGeom>
              <a:noFill/>
              <a:ln>
                <a:noFill/>
              </a:ln>
            </p:spPr>
            <p:txBody>
              <a:bodyPr spcFirstLastPara="1" wrap="square" lIns="50800" tIns="50800" rIns="50800" bIns="50800" anchor="ctr" anchorCtr="0">
                <a:noAutofit/>
              </a:bodyPr>
              <a:lstStyle/>
              <a:p>
                <a:pPr marL="0" marR="0" lvl="0" indent="0" algn="ctr" rtl="0">
                  <a:lnSpc>
                    <a:spcPct val="271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43" name="Google Shape;643;p29"/>
            <p:cNvGrpSpPr/>
            <p:nvPr/>
          </p:nvGrpSpPr>
          <p:grpSpPr>
            <a:xfrm>
              <a:off x="2782043" y="-26445"/>
              <a:ext cx="2685176" cy="2760428"/>
              <a:chOff x="1813" y="-19050"/>
              <a:chExt cx="809173" cy="831850"/>
            </a:xfrm>
          </p:grpSpPr>
          <p:sp>
            <p:nvSpPr>
              <p:cNvPr id="644" name="Google Shape;644;p29"/>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16A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9"/>
              <p:cNvSpPr txBox="1"/>
              <p:nvPr/>
            </p:nvSpPr>
            <p:spPr>
              <a:xfrm>
                <a:off x="76200" y="-19050"/>
                <a:ext cx="660400" cy="755650"/>
              </a:xfrm>
              <a:prstGeom prst="rect">
                <a:avLst/>
              </a:prstGeom>
              <a:noFill/>
              <a:ln>
                <a:noFill/>
              </a:ln>
            </p:spPr>
            <p:txBody>
              <a:bodyPr spcFirstLastPara="1" wrap="square" lIns="50800" tIns="50800" rIns="50800" bIns="50800" anchor="ctr" anchorCtr="0">
                <a:noAutofit/>
              </a:bodyPr>
              <a:lstStyle/>
              <a:p>
                <a:pPr marL="0" marR="0" lvl="0" indent="0" algn="ctr" rtl="0">
                  <a:lnSpc>
                    <a:spcPct val="271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646" name="Google Shape;646;p29"/>
            <p:cNvSpPr/>
            <p:nvPr/>
          </p:nvSpPr>
          <p:spPr>
            <a:xfrm rot="10779982">
              <a:off x="9067360" y="8178"/>
              <a:ext cx="2734028" cy="2733787"/>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 name="Google Shape;647;p29"/>
          <p:cNvGrpSpPr/>
          <p:nvPr/>
        </p:nvGrpSpPr>
        <p:grpSpPr>
          <a:xfrm>
            <a:off x="8889683" y="4192823"/>
            <a:ext cx="8960280" cy="2179801"/>
            <a:chOff x="0" y="-4194"/>
            <a:chExt cx="11947039" cy="2906402"/>
          </a:xfrm>
        </p:grpSpPr>
        <p:grpSp>
          <p:nvGrpSpPr>
            <p:cNvPr id="648" name="Google Shape;648;p29"/>
            <p:cNvGrpSpPr/>
            <p:nvPr/>
          </p:nvGrpSpPr>
          <p:grpSpPr>
            <a:xfrm>
              <a:off x="0" y="-4194"/>
              <a:ext cx="2098485" cy="2906402"/>
              <a:chOff x="0" y="-66675"/>
              <a:chExt cx="635000" cy="879475"/>
            </a:xfrm>
          </p:grpSpPr>
          <p:sp>
            <p:nvSpPr>
              <p:cNvPr id="649" name="Google Shape;649;p29"/>
              <p:cNvSpPr/>
              <p:nvPr/>
            </p:nvSpPr>
            <p:spPr>
              <a:xfrm>
                <a:off x="0" y="0"/>
                <a:ext cx="635000" cy="812800"/>
              </a:xfrm>
              <a:custGeom>
                <a:avLst/>
                <a:gdLst/>
                <a:ahLst/>
                <a:cxnLst/>
                <a:rect l="l" t="t" r="r" b="b"/>
                <a:pathLst>
                  <a:path w="635000" h="812800" extrusionOk="0">
                    <a:moveTo>
                      <a:pt x="635000" y="0"/>
                    </a:moveTo>
                    <a:lnTo>
                      <a:pt x="635000" y="698500"/>
                    </a:lnTo>
                    <a:lnTo>
                      <a:pt x="317500" y="812800"/>
                    </a:lnTo>
                    <a:lnTo>
                      <a:pt x="0" y="698500"/>
                    </a:lnTo>
                    <a:lnTo>
                      <a:pt x="0" y="0"/>
                    </a:lnTo>
                    <a:lnTo>
                      <a:pt x="635000" y="0"/>
                    </a:lnTo>
                    <a:close/>
                  </a:path>
                </a:pathLst>
              </a:custGeom>
              <a:solidFill>
                <a:srgbClr val="A16AE8"/>
              </a:solidFill>
              <a:ln>
                <a:noFill/>
              </a:ln>
            </p:spPr>
          </p:sp>
          <p:sp>
            <p:nvSpPr>
              <p:cNvPr id="650" name="Google Shape;650;p29"/>
              <p:cNvSpPr txBox="1"/>
              <p:nvPr/>
            </p:nvSpPr>
            <p:spPr>
              <a:xfrm>
                <a:off x="0" y="-66675"/>
                <a:ext cx="635000" cy="7651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51" name="Google Shape;651;p29"/>
            <p:cNvGrpSpPr/>
            <p:nvPr/>
          </p:nvGrpSpPr>
          <p:grpSpPr>
            <a:xfrm>
              <a:off x="9149252" y="0"/>
              <a:ext cx="2797787" cy="2797787"/>
              <a:chOff x="0" y="0"/>
              <a:chExt cx="812800" cy="812800"/>
            </a:xfrm>
          </p:grpSpPr>
          <p:sp>
            <p:nvSpPr>
              <p:cNvPr id="652" name="Google Shape;652;p29"/>
              <p:cNvSpPr/>
              <p:nvPr/>
            </p:nvSpPr>
            <p:spPr>
              <a:xfrm>
                <a:off x="0" y="0"/>
                <a:ext cx="812800" cy="812800"/>
              </a:xfrm>
              <a:custGeom>
                <a:avLst/>
                <a:gdLst/>
                <a:ahLst/>
                <a:cxnLst/>
                <a:rect l="l" t="t" r="r" b="b"/>
                <a:pathLst>
                  <a:path w="812800" h="812800" extrusionOk="0">
                    <a:moveTo>
                      <a:pt x="406400" y="0"/>
                    </a:moveTo>
                    <a:lnTo>
                      <a:pt x="812800" y="310462"/>
                    </a:lnTo>
                    <a:lnTo>
                      <a:pt x="657569" y="812800"/>
                    </a:lnTo>
                    <a:lnTo>
                      <a:pt x="155231" y="812800"/>
                    </a:lnTo>
                    <a:lnTo>
                      <a:pt x="0" y="310462"/>
                    </a:lnTo>
                    <a:lnTo>
                      <a:pt x="406400" y="0"/>
                    </a:lnTo>
                    <a:close/>
                  </a:path>
                </a:pathLst>
              </a:custGeom>
              <a:solidFill>
                <a:srgbClr val="4BB8BE"/>
              </a:solidFill>
              <a:ln>
                <a:noFill/>
              </a:ln>
            </p:spPr>
          </p:sp>
          <p:sp>
            <p:nvSpPr>
              <p:cNvPr id="653" name="Google Shape;653;p29"/>
              <p:cNvSpPr txBox="1"/>
              <p:nvPr/>
            </p:nvSpPr>
            <p:spPr>
              <a:xfrm>
                <a:off x="127000" y="136525"/>
                <a:ext cx="558800" cy="625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54" name="Google Shape;654;p29"/>
            <p:cNvGrpSpPr/>
            <p:nvPr/>
          </p:nvGrpSpPr>
          <p:grpSpPr>
            <a:xfrm>
              <a:off x="5970712" y="206062"/>
              <a:ext cx="2581640" cy="2591725"/>
              <a:chOff x="0" y="-3175"/>
              <a:chExt cx="812800" cy="815975"/>
            </a:xfrm>
          </p:grpSpPr>
          <p:sp>
            <p:nvSpPr>
              <p:cNvPr id="655" name="Google Shape;655;p29"/>
              <p:cNvSpPr/>
              <p:nvPr/>
            </p:nvSpPr>
            <p:spPr>
              <a:xfrm>
                <a:off x="0" y="0"/>
                <a:ext cx="812800" cy="812800"/>
              </a:xfrm>
              <a:custGeom>
                <a:avLst/>
                <a:gdLst/>
                <a:ahLst/>
                <a:cxnLst/>
                <a:rect l="l" t="t" r="r" b="b"/>
                <a:pathLst>
                  <a:path w="812800" h="812800" extrusionOk="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EE604A"/>
              </a:solidFill>
              <a:ln>
                <a:noFill/>
              </a:ln>
            </p:spPr>
          </p:sp>
          <p:sp>
            <p:nvSpPr>
              <p:cNvPr id="656" name="Google Shape;656;p29"/>
              <p:cNvSpPr txBox="1"/>
              <p:nvPr/>
            </p:nvSpPr>
            <p:spPr>
              <a:xfrm>
                <a:off x="63500" y="-3175"/>
                <a:ext cx="685800" cy="752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657" name="Google Shape;657;p29"/>
            <p:cNvSpPr/>
            <p:nvPr/>
          </p:nvSpPr>
          <p:spPr>
            <a:xfrm>
              <a:off x="2682685" y="81260"/>
              <a:ext cx="2716527" cy="2716527"/>
            </a:xfrm>
            <a:custGeom>
              <a:avLst/>
              <a:gdLst/>
              <a:ahLst/>
              <a:cxnLst/>
              <a:rect l="l" t="t" r="r" b="b"/>
              <a:pathLst>
                <a:path w="1708150" h="1708150" extrusionOk="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4C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29"/>
          <p:cNvGrpSpPr/>
          <p:nvPr/>
        </p:nvGrpSpPr>
        <p:grpSpPr>
          <a:xfrm>
            <a:off x="8980413" y="6986602"/>
            <a:ext cx="9132563" cy="2391275"/>
            <a:chOff x="0" y="-138488"/>
            <a:chExt cx="12176751" cy="3188367"/>
          </a:xfrm>
        </p:grpSpPr>
        <p:grpSp>
          <p:nvGrpSpPr>
            <p:cNvPr id="659" name="Google Shape;659;p29"/>
            <p:cNvGrpSpPr/>
            <p:nvPr/>
          </p:nvGrpSpPr>
          <p:grpSpPr>
            <a:xfrm>
              <a:off x="0" y="44724"/>
              <a:ext cx="3005155" cy="3005155"/>
              <a:chOff x="0" y="0"/>
              <a:chExt cx="812800" cy="812800"/>
            </a:xfrm>
          </p:grpSpPr>
          <p:sp>
            <p:nvSpPr>
              <p:cNvPr id="660" name="Google Shape;660;p29"/>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E604A"/>
              </a:solidFill>
              <a:ln>
                <a:noFill/>
              </a:ln>
            </p:spPr>
          </p:sp>
          <p:sp>
            <p:nvSpPr>
              <p:cNvPr id="661" name="Google Shape;661;p29"/>
              <p:cNvSpPr txBox="1"/>
              <p:nvPr/>
            </p:nvSpPr>
            <p:spPr>
              <a:xfrm>
                <a:off x="190500" y="123825"/>
                <a:ext cx="431800" cy="498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62" name="Google Shape;662;p29"/>
            <p:cNvGrpSpPr/>
            <p:nvPr/>
          </p:nvGrpSpPr>
          <p:grpSpPr>
            <a:xfrm>
              <a:off x="3436630" y="48950"/>
              <a:ext cx="2415917" cy="2614098"/>
              <a:chOff x="0" y="-66675"/>
              <a:chExt cx="812800" cy="879475"/>
            </a:xfrm>
          </p:grpSpPr>
          <p:sp>
            <p:nvSpPr>
              <p:cNvPr id="663" name="Google Shape;663;p29"/>
              <p:cNvSpPr/>
              <p:nvPr/>
            </p:nvSpPr>
            <p:spPr>
              <a:xfrm>
                <a:off x="0" y="0"/>
                <a:ext cx="812800" cy="812800"/>
              </a:xfrm>
              <a:custGeom>
                <a:avLst/>
                <a:gdLst/>
                <a:ahLst/>
                <a:cxnLst/>
                <a:rect l="l" t="t" r="r" b="b"/>
                <a:pathLst>
                  <a:path w="812800" h="812800" extrusionOk="0">
                    <a:moveTo>
                      <a:pt x="812800" y="0"/>
                    </a:moveTo>
                    <a:lnTo>
                      <a:pt x="0" y="0"/>
                    </a:lnTo>
                    <a:lnTo>
                      <a:pt x="0" y="624840"/>
                    </a:lnTo>
                    <a:lnTo>
                      <a:pt x="157480" y="624840"/>
                    </a:lnTo>
                    <a:lnTo>
                      <a:pt x="157480" y="812800"/>
                    </a:lnTo>
                    <a:lnTo>
                      <a:pt x="463550" y="624840"/>
                    </a:lnTo>
                    <a:lnTo>
                      <a:pt x="812800" y="624840"/>
                    </a:lnTo>
                    <a:lnTo>
                      <a:pt x="812800" y="0"/>
                    </a:lnTo>
                    <a:close/>
                  </a:path>
                </a:pathLst>
              </a:custGeom>
              <a:solidFill>
                <a:srgbClr val="4BB8BE"/>
              </a:solidFill>
              <a:ln>
                <a:noFill/>
              </a:ln>
            </p:spPr>
          </p:sp>
          <p:sp>
            <p:nvSpPr>
              <p:cNvPr id="664" name="Google Shape;664;p29"/>
              <p:cNvSpPr txBox="1"/>
              <p:nvPr/>
            </p:nvSpPr>
            <p:spPr>
              <a:xfrm>
                <a:off x="0" y="-66675"/>
                <a:ext cx="8128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65" name="Google Shape;665;p29"/>
            <p:cNvGrpSpPr/>
            <p:nvPr/>
          </p:nvGrpSpPr>
          <p:grpSpPr>
            <a:xfrm>
              <a:off x="6467001" y="0"/>
              <a:ext cx="2663048" cy="2663048"/>
              <a:chOff x="0" y="0"/>
              <a:chExt cx="812800" cy="812800"/>
            </a:xfrm>
          </p:grpSpPr>
          <p:sp>
            <p:nvSpPr>
              <p:cNvPr id="666" name="Google Shape;666;p29"/>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A16AE8"/>
              </a:solidFill>
              <a:ln>
                <a:noFill/>
              </a:ln>
            </p:spPr>
          </p:sp>
          <p:sp>
            <p:nvSpPr>
              <p:cNvPr id="667" name="Google Shape;667;p29"/>
              <p:cNvSpPr txBox="1"/>
              <p:nvPr/>
            </p:nvSpPr>
            <p:spPr>
              <a:xfrm>
                <a:off x="152400" y="85725"/>
                <a:ext cx="508000" cy="5746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68" name="Google Shape;668;p29"/>
            <p:cNvGrpSpPr/>
            <p:nvPr/>
          </p:nvGrpSpPr>
          <p:grpSpPr>
            <a:xfrm>
              <a:off x="9768771" y="-138488"/>
              <a:ext cx="2407980" cy="2605510"/>
              <a:chOff x="0" y="-66675"/>
              <a:chExt cx="812800" cy="879475"/>
            </a:xfrm>
          </p:grpSpPr>
          <p:sp>
            <p:nvSpPr>
              <p:cNvPr id="669" name="Google Shape;669;p29"/>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F4C500"/>
              </a:solidFill>
              <a:ln>
                <a:noFill/>
              </a:ln>
            </p:spPr>
          </p:sp>
          <p:sp>
            <p:nvSpPr>
              <p:cNvPr id="670" name="Google Shape;670;p29"/>
              <p:cNvSpPr txBox="1"/>
              <p:nvPr/>
            </p:nvSpPr>
            <p:spPr>
              <a:xfrm>
                <a:off x="0" y="-66675"/>
                <a:ext cx="812800" cy="8794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grpSp>
      <p:sp>
        <p:nvSpPr>
          <p:cNvPr id="671" name="Google Shape;671;p29"/>
          <p:cNvSpPr txBox="1"/>
          <p:nvPr/>
        </p:nvSpPr>
        <p:spPr>
          <a:xfrm>
            <a:off x="214814" y="177801"/>
            <a:ext cx="11596186" cy="1625060"/>
          </a:xfrm>
          <a:prstGeom prst="rect">
            <a:avLst/>
          </a:prstGeom>
          <a:noFill/>
          <a:ln>
            <a:noFill/>
          </a:ln>
        </p:spPr>
        <p:txBody>
          <a:bodyPr spcFirstLastPara="1" wrap="square" lIns="0" tIns="0" rIns="0" bIns="0" anchor="t" anchorCtr="0">
            <a:spAutoFit/>
          </a:bodyPr>
          <a:lstStyle/>
          <a:p>
            <a:pPr lvl="0">
              <a:lnSpc>
                <a:spcPct val="120000"/>
              </a:lnSpc>
            </a:pPr>
            <a:r>
              <a:rPr lang="en-IN" sz="4400" b="1" dirty="0">
                <a:solidFill>
                  <a:schemeClr val="bg1"/>
                </a:solidFill>
                <a:latin typeface="Times New Roman" panose="02020603050405020304" pitchFamily="18" charset="0"/>
                <a:cs typeface="Times New Roman" panose="02020603050405020304" pitchFamily="18" charset="0"/>
              </a:rPr>
              <a:t>Future Enhancements &amp; </a:t>
            </a:r>
            <a:r>
              <a:rPr lang="en-IN" sz="4400" b="1" dirty="0" smtClean="0">
                <a:solidFill>
                  <a:schemeClr val="bg1"/>
                </a:solidFill>
                <a:latin typeface="Times New Roman" panose="02020603050405020304" pitchFamily="18" charset="0"/>
                <a:cs typeface="Times New Roman" panose="02020603050405020304" pitchFamily="18" charset="0"/>
              </a:rPr>
              <a:t>Conclusion Future </a:t>
            </a:r>
            <a:r>
              <a:rPr lang="en-IN" sz="4400" b="1" dirty="0">
                <a:solidFill>
                  <a:schemeClr val="bg1"/>
                </a:solidFill>
                <a:latin typeface="Times New Roman" panose="02020603050405020304" pitchFamily="18" charset="0"/>
                <a:cs typeface="Times New Roman" panose="02020603050405020304" pitchFamily="18" charset="0"/>
              </a:rPr>
              <a:t>Enhancements</a:t>
            </a:r>
            <a:endParaRPr sz="4400" b="1" dirty="0" smtClean="0">
              <a:solidFill>
                <a:schemeClr val="bg1"/>
              </a:solidFill>
              <a:latin typeface="Times New Roman" panose="02020603050405020304" pitchFamily="18" charset="0"/>
              <a:cs typeface="Times New Roman" panose="02020603050405020304" pitchFamily="18" charset="0"/>
            </a:endParaRPr>
          </a:p>
        </p:txBody>
      </p:sp>
      <p:sp>
        <p:nvSpPr>
          <p:cNvPr id="672" name="Google Shape;672;p29"/>
          <p:cNvSpPr txBox="1"/>
          <p:nvPr/>
        </p:nvSpPr>
        <p:spPr>
          <a:xfrm>
            <a:off x="551801" y="2575806"/>
            <a:ext cx="7554382" cy="6232347"/>
          </a:xfrm>
          <a:prstGeom prst="rect">
            <a:avLst/>
          </a:prstGeom>
          <a:noFill/>
          <a:ln>
            <a:noFill/>
          </a:ln>
        </p:spPr>
        <p:txBody>
          <a:bodyPr spcFirstLastPara="1" wrap="square" lIns="0" tIns="0" rIns="0" bIns="0" anchor="t" anchorCtr="0">
            <a:spAutoFit/>
          </a:bodyPr>
          <a:lstStyle/>
          <a:p>
            <a:pPr marL="342900" lvl="0" indent="-342900">
              <a:buFont typeface="Wingdings" panose="05000000000000000000" pitchFamily="2" charset="2"/>
              <a:buChar char="§"/>
            </a:pP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Add real-time map and traffic </a:t>
            </a: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data</a:t>
            </a:r>
          </a:p>
          <a:p>
            <a:pPr marL="342900" lvl="0" indent="-342900">
              <a:buFont typeface="Wingdings" panose="05000000000000000000" pitchFamily="2" charset="2"/>
              <a:buChar char="§"/>
            </a:pP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Support </a:t>
            </a: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multiple </a:t>
            </a: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routes</a:t>
            </a:r>
          </a:p>
          <a:p>
            <a:pPr marL="342900" lvl="0" indent="-342900">
              <a:buFont typeface="Wingdings" panose="05000000000000000000" pitchFamily="2" charset="2"/>
              <a:buChar char="§"/>
            </a:pP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Improve </a:t>
            </a: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user </a:t>
            </a: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interface</a:t>
            </a:r>
          </a:p>
          <a:p>
            <a:pPr marL="342900" lvl="0" indent="-342900">
              <a:buFont typeface="Wingdings" panose="05000000000000000000" pitchFamily="2" charset="2"/>
              <a:buChar char="§"/>
            </a:pP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Store </a:t>
            </a: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data using files or </a:t>
            </a: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databases</a:t>
            </a:r>
          </a:p>
          <a:p>
            <a:pPr marL="342900" lvl="0" indent="-342900">
              <a:buFont typeface="Wingdings" panose="05000000000000000000" pitchFamily="2" charset="2"/>
              <a:buChar char="§"/>
            </a:pPr>
            <a:endParaRPr lang="en-US" sz="3200" dirty="0">
              <a:solidFill>
                <a:srgbClr val="FFFFFF"/>
              </a:solidFill>
              <a:latin typeface="Times New Roman" panose="02020603050405020304" pitchFamily="18" charset="0"/>
              <a:ea typeface="Assistant"/>
              <a:cs typeface="Times New Roman" panose="02020603050405020304" pitchFamily="18" charset="0"/>
              <a:sym typeface="Assistant"/>
            </a:endParaRPr>
          </a:p>
          <a:p>
            <a:pPr marL="342900" lvl="0" indent="-342900">
              <a:buFont typeface="Wingdings" panose="05000000000000000000" pitchFamily="2" charset="2"/>
              <a:buChar char="§"/>
            </a:pPr>
            <a:endPar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endParaRPr>
          </a:p>
          <a:p>
            <a:pPr lvl="0"/>
            <a:endParaRPr lang="en-US" sz="2499" dirty="0" smtClean="0">
              <a:solidFill>
                <a:srgbClr val="FFFFFF"/>
              </a:solidFill>
              <a:latin typeface="Assistant"/>
              <a:ea typeface="Assistant"/>
              <a:cs typeface="Assistant"/>
              <a:sym typeface="Assistant"/>
            </a:endParaRPr>
          </a:p>
          <a:p>
            <a:pPr lvl="0"/>
            <a:r>
              <a:rPr lang="en-US" sz="6000" b="1" dirty="0" smtClean="0">
                <a:solidFill>
                  <a:srgbClr val="FFFFFF"/>
                </a:solidFill>
                <a:latin typeface="Times New Roman" panose="02020603050405020304" pitchFamily="18" charset="0"/>
                <a:ea typeface="Assistant"/>
                <a:cs typeface="Times New Roman" panose="02020603050405020304" pitchFamily="18" charset="0"/>
                <a:sym typeface="Assistant"/>
              </a:rPr>
              <a:t>Conclusion</a:t>
            </a:r>
            <a:r>
              <a:rPr lang="en-US" sz="6000" b="1" dirty="0" smtClean="0">
                <a:solidFill>
                  <a:srgbClr val="FFFFFF"/>
                </a:solidFill>
                <a:latin typeface="Assistant"/>
                <a:ea typeface="Assistant"/>
                <a:cs typeface="Assistant"/>
                <a:sym typeface="Assistant"/>
              </a:rPr>
              <a:t>:</a:t>
            </a:r>
          </a:p>
          <a:p>
            <a:pPr lvl="0"/>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Graph </a:t>
            </a: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Based Route Finder solves routing problems </a:t>
            </a: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effectively C</a:t>
            </a: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 ensures fast </a:t>
            </a:r>
            <a:r>
              <a:rPr lang="en-US" sz="3200" dirty="0" smtClean="0">
                <a:solidFill>
                  <a:srgbClr val="FFFFFF"/>
                </a:solidFill>
                <a:latin typeface="Times New Roman" panose="02020603050405020304" pitchFamily="18" charset="0"/>
                <a:ea typeface="Assistant"/>
                <a:cs typeface="Times New Roman" panose="02020603050405020304" pitchFamily="18" charset="0"/>
                <a:sym typeface="Assistant"/>
              </a:rPr>
              <a:t>execution Project </a:t>
            </a:r>
            <a:r>
              <a:rPr lang="en-US" sz="3200" dirty="0">
                <a:solidFill>
                  <a:srgbClr val="FFFFFF"/>
                </a:solidFill>
                <a:latin typeface="Times New Roman" panose="02020603050405020304" pitchFamily="18" charset="0"/>
                <a:ea typeface="Assistant"/>
                <a:cs typeface="Times New Roman" panose="02020603050405020304" pitchFamily="18" charset="0"/>
                <a:sym typeface="Assistant"/>
              </a:rPr>
              <a:t>strengthens graph and algorithm concepts</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C500"/>
        </a:solidFill>
        <a:effectLst/>
      </p:bgPr>
    </p:bg>
    <p:spTree>
      <p:nvGrpSpPr>
        <p:cNvPr id="1" name="Shape 357"/>
        <p:cNvGrpSpPr/>
        <p:nvPr/>
      </p:nvGrpSpPr>
      <p:grpSpPr>
        <a:xfrm>
          <a:off x="0" y="0"/>
          <a:ext cx="0" cy="0"/>
          <a:chOff x="0" y="0"/>
          <a:chExt cx="0" cy="0"/>
        </a:xfrm>
      </p:grpSpPr>
      <p:sp>
        <p:nvSpPr>
          <p:cNvPr id="358" name="Google Shape;358;p22"/>
          <p:cNvSpPr/>
          <p:nvPr/>
        </p:nvSpPr>
        <p:spPr>
          <a:xfrm rot="10779982">
            <a:off x="5070675" y="1054591"/>
            <a:ext cx="8656135" cy="8655372"/>
          </a:xfrm>
          <a:custGeom>
            <a:avLst/>
            <a:gdLst/>
            <a:ahLst/>
            <a:cxnLst/>
            <a:rect l="l" t="t" r="r" b="b"/>
            <a:pathLst>
              <a:path w="14400530" h="14399261" extrusionOk="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BB8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22"/>
          <p:cNvGrpSpPr/>
          <p:nvPr/>
        </p:nvGrpSpPr>
        <p:grpSpPr>
          <a:xfrm>
            <a:off x="4002094" y="6230852"/>
            <a:ext cx="3292833" cy="3307593"/>
            <a:chOff x="1813" y="0"/>
            <a:chExt cx="809173" cy="812800"/>
          </a:xfrm>
        </p:grpSpPr>
        <p:sp>
          <p:nvSpPr>
            <p:cNvPr id="360" name="Google Shape;360;p2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E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2"/>
            <p:cNvSpPr txBox="1"/>
            <p:nvPr/>
          </p:nvSpPr>
          <p:spPr>
            <a:xfrm>
              <a:off x="76200" y="9525"/>
              <a:ext cx="660400" cy="727075"/>
            </a:xfrm>
            <a:prstGeom prst="rect">
              <a:avLst/>
            </a:prstGeom>
            <a:noFill/>
            <a:ln>
              <a:noFill/>
            </a:ln>
          </p:spPr>
          <p:txBody>
            <a:bodyPr spcFirstLastPara="1" wrap="square" lIns="50800" tIns="50800" rIns="50800" bIns="50800" anchor="ctr" anchorCtr="0">
              <a:noAutofit/>
            </a:bodyPr>
            <a:lstStyle/>
            <a:p>
              <a:pPr marL="0" marR="0" lvl="0" indent="0" algn="ctr" rtl="0">
                <a:lnSpc>
                  <a:spcPct val="175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363" name="Google Shape;363;p22"/>
          <p:cNvSpPr/>
          <p:nvPr/>
        </p:nvSpPr>
        <p:spPr>
          <a:xfrm>
            <a:off x="11927410" y="1133517"/>
            <a:ext cx="1949295" cy="2150947"/>
          </a:xfrm>
          <a:custGeom>
            <a:avLst/>
            <a:gdLst/>
            <a:ahLst/>
            <a:cxnLst/>
            <a:rect l="l" t="t" r="r" b="b"/>
            <a:pathLst>
              <a:path w="736600" h="812800" extrusionOk="0">
                <a:moveTo>
                  <a:pt x="736600" y="0"/>
                </a:moveTo>
                <a:lnTo>
                  <a:pt x="736600" y="812800"/>
                </a:lnTo>
                <a:lnTo>
                  <a:pt x="368300" y="685800"/>
                </a:lnTo>
                <a:lnTo>
                  <a:pt x="0" y="812800"/>
                </a:lnTo>
                <a:lnTo>
                  <a:pt x="0" y="0"/>
                </a:lnTo>
                <a:lnTo>
                  <a:pt x="736600" y="0"/>
                </a:lnTo>
                <a:close/>
              </a:path>
            </a:pathLst>
          </a:custGeom>
          <a:solidFill>
            <a:srgbClr val="A16AE8"/>
          </a:solidFill>
          <a:ln>
            <a:noFill/>
          </a:ln>
        </p:spPr>
      </p:sp>
      <p:sp>
        <p:nvSpPr>
          <p:cNvPr id="364" name="Google Shape;364;p22"/>
          <p:cNvSpPr txBox="1"/>
          <p:nvPr/>
        </p:nvSpPr>
        <p:spPr>
          <a:xfrm>
            <a:off x="3729073" y="3492925"/>
            <a:ext cx="10829854" cy="11525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7500" b="1">
                <a:solidFill>
                  <a:srgbClr val="FFFFFF"/>
                </a:solidFill>
                <a:latin typeface="Fira Sans"/>
                <a:ea typeface="Fira Sans"/>
                <a:cs typeface="Fira Sans"/>
                <a:sym typeface="Fira Sans"/>
              </a:rPr>
              <a:t>Thank you!</a:t>
            </a:r>
            <a:endParaRPr/>
          </a:p>
        </p:txBody>
      </p:sp>
    </p:spTree>
  </p:cSld>
  <p:clrMapOvr>
    <a:masterClrMapping/>
  </p:clrMapOvr>
</p:sld>
</file>

<file path=ppt/theme/theme1.xml><?xml version="1.0" encoding="utf-8"?>
<a:theme xmlns:a="http://schemas.openxmlformats.org/drawingml/2006/main" name="Violet Yellow and Green Geometric Project Roadmap Presentation ">
  <a:themeElements>
    <a:clrScheme name="Office">
      <a:dk1>
        <a:srgbClr val="000000"/>
      </a:dk1>
      <a:lt1>
        <a:srgbClr val="FFFFFF"/>
      </a:lt1>
      <a:dk2>
        <a:srgbClr val="A16AE8"/>
      </a:dk2>
      <a:lt2>
        <a:srgbClr val="F5C500"/>
      </a:lt2>
      <a:accent1>
        <a:srgbClr val="EE604A"/>
      </a:accent1>
      <a:accent2>
        <a:srgbClr val="4BB8BE"/>
      </a:accent2>
      <a:accent3>
        <a:srgbClr val="F5C500"/>
      </a:accent3>
      <a:accent4>
        <a:srgbClr val="8064A2"/>
      </a:accent4>
      <a:accent5>
        <a:srgbClr val="B7B7B7"/>
      </a:accent5>
      <a:accent6>
        <a:srgbClr val="F3F3F3"/>
      </a:accent6>
      <a:hlink>
        <a:srgbClr val="191919"/>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TotalTime>
  <Words>549</Words>
  <Application>Microsoft Office PowerPoint</Application>
  <PresentationFormat>Custom</PresentationFormat>
  <Paragraphs>92</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Fira Sans</vt:lpstr>
      <vt:lpstr>Times New Roman</vt:lpstr>
      <vt:lpstr>Arial</vt:lpstr>
      <vt:lpstr>Fira Sans Medium</vt:lpstr>
      <vt:lpstr>Wingdings</vt:lpstr>
      <vt:lpstr>Assistant</vt:lpstr>
      <vt:lpstr>Calibri</vt:lpstr>
      <vt:lpstr>Violet Yellow and Green Geometric Project Roadmap Presentation </vt:lpstr>
      <vt:lpstr>Graph Based Route Finder(using graph Theory and  shortest path algorithms..)</vt:lpstr>
      <vt:lpstr>PowerPoint Presentation</vt:lpstr>
      <vt:lpstr>PowerPoint Presentation</vt:lpstr>
      <vt:lpstr>Graph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Roadmap Presentation</dc:title>
  <dc:creator>pratiksha tiwari</dc:creator>
  <cp:lastModifiedBy>Microsoft account</cp:lastModifiedBy>
  <cp:revision>37</cp:revision>
  <dcterms:modified xsi:type="dcterms:W3CDTF">2026-01-18T10:03:09Z</dcterms:modified>
</cp:coreProperties>
</file>